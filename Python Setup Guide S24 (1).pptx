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AC76"/>
    <a:srgbClr val="0D34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F23E78-170F-4CCB-9ED5-D96210831942}" v="3" dt="2024-01-22T16:29:22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08" autoAdjust="0"/>
    <p:restoredTop sz="94660"/>
  </p:normalViewPr>
  <p:slideViewPr>
    <p:cSldViewPr snapToGrid="0" snapToObjects="1">
      <p:cViewPr varScale="1">
        <p:scale>
          <a:sx n="159" d="100"/>
          <a:sy n="159" d="100"/>
        </p:scale>
        <p:origin x="2333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per Emil Thorvaldsen" userId="731506c9-be13-4441-bd49-d64a422a3a07" providerId="ADAL" clId="{272D5CD7-E9B3-4060-9FBC-36F78E355AD4}"/>
    <pc:docChg chg="custSel modSld">
      <pc:chgData name="Kasper Emil Thorvaldsen" userId="731506c9-be13-4441-bd49-d64a422a3a07" providerId="ADAL" clId="{272D5CD7-E9B3-4060-9FBC-36F78E355AD4}" dt="2022-02-02T09:41:28.927" v="532" actId="20577"/>
      <pc:docMkLst>
        <pc:docMk/>
      </pc:docMkLst>
      <pc:sldChg chg="modSp mod">
        <pc:chgData name="Kasper Emil Thorvaldsen" userId="731506c9-be13-4441-bd49-d64a422a3a07" providerId="ADAL" clId="{272D5CD7-E9B3-4060-9FBC-36F78E355AD4}" dt="2022-02-02T07:18:03.112" v="120" actId="20577"/>
        <pc:sldMkLst>
          <pc:docMk/>
          <pc:sldMk cId="3243102052" sldId="256"/>
        </pc:sldMkLst>
        <pc:spChg chg="mod">
          <ac:chgData name="Kasper Emil Thorvaldsen" userId="731506c9-be13-4441-bd49-d64a422a3a07" providerId="ADAL" clId="{272D5CD7-E9B3-4060-9FBC-36F78E355AD4}" dt="2022-02-02T07:18:03.112" v="120" actId="20577"/>
          <ac:spMkLst>
            <pc:docMk/>
            <pc:sldMk cId="3243102052" sldId="256"/>
            <ac:spMk id="3" creationId="{00000000-0000-0000-0000-000000000000}"/>
          </ac:spMkLst>
        </pc:spChg>
      </pc:sldChg>
      <pc:sldChg chg="modSp mod">
        <pc:chgData name="Kasper Emil Thorvaldsen" userId="731506c9-be13-4441-bd49-d64a422a3a07" providerId="ADAL" clId="{272D5CD7-E9B3-4060-9FBC-36F78E355AD4}" dt="2022-02-02T09:41:28.927" v="532" actId="20577"/>
        <pc:sldMkLst>
          <pc:docMk/>
          <pc:sldMk cId="2248613214" sldId="258"/>
        </pc:sldMkLst>
        <pc:spChg chg="mod">
          <ac:chgData name="Kasper Emil Thorvaldsen" userId="731506c9-be13-4441-bd49-d64a422a3a07" providerId="ADAL" clId="{272D5CD7-E9B3-4060-9FBC-36F78E355AD4}" dt="2022-02-02T09:41:28.927" v="532" actId="20577"/>
          <ac:spMkLst>
            <pc:docMk/>
            <pc:sldMk cId="2248613214" sldId="258"/>
            <ac:spMk id="3" creationId="{00000000-0000-0000-0000-000000000000}"/>
          </ac:spMkLst>
        </pc:spChg>
      </pc:sldChg>
      <pc:sldChg chg="modSp mod">
        <pc:chgData name="Kasper Emil Thorvaldsen" userId="731506c9-be13-4441-bd49-d64a422a3a07" providerId="ADAL" clId="{272D5CD7-E9B3-4060-9FBC-36F78E355AD4}" dt="2022-02-02T07:17:52.830" v="119" actId="20577"/>
        <pc:sldMkLst>
          <pc:docMk/>
          <pc:sldMk cId="116833933" sldId="265"/>
        </pc:sldMkLst>
        <pc:spChg chg="mod">
          <ac:chgData name="Kasper Emil Thorvaldsen" userId="731506c9-be13-4441-bd49-d64a422a3a07" providerId="ADAL" clId="{272D5CD7-E9B3-4060-9FBC-36F78E355AD4}" dt="2022-02-02T07:17:52.830" v="119" actId="20577"/>
          <ac:spMkLst>
            <pc:docMk/>
            <pc:sldMk cId="116833933" sldId="265"/>
            <ac:spMk id="3" creationId="{00000000-0000-0000-0000-000000000000}"/>
          </ac:spMkLst>
        </pc:spChg>
      </pc:sldChg>
    </pc:docChg>
  </pc:docChgLst>
  <pc:docChgLst>
    <pc:chgData name="Kasper Emil Thorvaldsen" userId="6d68596e-56a0-4741-8f70-c7220fb4de6c" providerId="ADAL" clId="{0EF23E78-170F-4CCB-9ED5-D96210831942}"/>
    <pc:docChg chg="custSel addSld delSld modSld">
      <pc:chgData name="Kasper Emil Thorvaldsen" userId="6d68596e-56a0-4741-8f70-c7220fb4de6c" providerId="ADAL" clId="{0EF23E78-170F-4CCB-9ED5-D96210831942}" dt="2024-01-22T16:29:29.936" v="195" actId="6549"/>
      <pc:docMkLst>
        <pc:docMk/>
      </pc:docMkLst>
      <pc:sldChg chg="modSp mod">
        <pc:chgData name="Kasper Emil Thorvaldsen" userId="6d68596e-56a0-4741-8f70-c7220fb4de6c" providerId="ADAL" clId="{0EF23E78-170F-4CCB-9ED5-D96210831942}" dt="2024-01-22T16:27:16.109" v="167" actId="20577"/>
        <pc:sldMkLst>
          <pc:docMk/>
          <pc:sldMk cId="3306887064" sldId="257"/>
        </pc:sldMkLst>
        <pc:spChg chg="mod">
          <ac:chgData name="Kasper Emil Thorvaldsen" userId="6d68596e-56a0-4741-8f70-c7220fb4de6c" providerId="ADAL" clId="{0EF23E78-170F-4CCB-9ED5-D96210831942}" dt="2024-01-22T16:27:16.109" v="167" actId="20577"/>
          <ac:spMkLst>
            <pc:docMk/>
            <pc:sldMk cId="3306887064" sldId="257"/>
            <ac:spMk id="20" creationId="{00000000-0000-0000-0000-000000000000}"/>
          </ac:spMkLst>
        </pc:spChg>
      </pc:sldChg>
      <pc:sldChg chg="modSp mod">
        <pc:chgData name="Kasper Emil Thorvaldsen" userId="6d68596e-56a0-4741-8f70-c7220fb4de6c" providerId="ADAL" clId="{0EF23E78-170F-4CCB-9ED5-D96210831942}" dt="2024-01-22T16:29:29.936" v="195" actId="6549"/>
        <pc:sldMkLst>
          <pc:docMk/>
          <pc:sldMk cId="1329248359" sldId="266"/>
        </pc:sldMkLst>
        <pc:spChg chg="mod">
          <ac:chgData name="Kasper Emil Thorvaldsen" userId="6d68596e-56a0-4741-8f70-c7220fb4de6c" providerId="ADAL" clId="{0EF23E78-170F-4CCB-9ED5-D96210831942}" dt="2024-01-22T16:29:29.936" v="195" actId="6549"/>
          <ac:spMkLst>
            <pc:docMk/>
            <pc:sldMk cId="1329248359" sldId="266"/>
            <ac:spMk id="3" creationId="{00000000-0000-0000-0000-000000000000}"/>
          </ac:spMkLst>
        </pc:spChg>
        <pc:spChg chg="mod">
          <ac:chgData name="Kasper Emil Thorvaldsen" userId="6d68596e-56a0-4741-8f70-c7220fb4de6c" providerId="ADAL" clId="{0EF23E78-170F-4CCB-9ED5-D96210831942}" dt="2024-01-22T16:29:19.835" v="188" actId="27636"/>
          <ac:spMkLst>
            <pc:docMk/>
            <pc:sldMk cId="1329248359" sldId="266"/>
            <ac:spMk id="5" creationId="{00000000-0000-0000-0000-000000000000}"/>
          </ac:spMkLst>
        </pc:spChg>
        <pc:picChg chg="mod">
          <ac:chgData name="Kasper Emil Thorvaldsen" userId="6d68596e-56a0-4741-8f70-c7220fb4de6c" providerId="ADAL" clId="{0EF23E78-170F-4CCB-9ED5-D96210831942}" dt="2024-01-22T16:28:27.333" v="185" actId="1076"/>
          <ac:picMkLst>
            <pc:docMk/>
            <pc:sldMk cId="1329248359" sldId="266"/>
            <ac:picMk id="4" creationId="{00000000-0000-0000-0000-000000000000}"/>
          </ac:picMkLst>
        </pc:picChg>
      </pc:sldChg>
      <pc:sldChg chg="modSp new del mod">
        <pc:chgData name="Kasper Emil Thorvaldsen" userId="6d68596e-56a0-4741-8f70-c7220fb4de6c" providerId="ADAL" clId="{0EF23E78-170F-4CCB-9ED5-D96210831942}" dt="2024-01-22T16:28:22.301" v="184" actId="47"/>
        <pc:sldMkLst>
          <pc:docMk/>
          <pc:sldMk cId="2633920115" sldId="269"/>
        </pc:sldMkLst>
        <pc:spChg chg="mod">
          <ac:chgData name="Kasper Emil Thorvaldsen" userId="6d68596e-56a0-4741-8f70-c7220fb4de6c" providerId="ADAL" clId="{0EF23E78-170F-4CCB-9ED5-D96210831942}" dt="2024-01-22T16:28:17.013" v="183" actId="20577"/>
          <ac:spMkLst>
            <pc:docMk/>
            <pc:sldMk cId="2633920115" sldId="269"/>
            <ac:spMk id="2" creationId="{590F5D43-C0B6-2336-E5CC-4D716D3728E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368315" y="2008061"/>
            <a:ext cx="7772400" cy="67582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368315" y="2733866"/>
            <a:ext cx="77724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00159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1800" y="2305050"/>
            <a:ext cx="647700" cy="523875"/>
          </a:xfrm>
          <a:prstGeom prst="rect">
            <a:avLst/>
          </a:prstGeom>
        </p:spPr>
      </p:pic>
      <p:pic>
        <p:nvPicPr>
          <p:cNvPr id="8" name="Bild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1800" y="2305050"/>
            <a:ext cx="647700" cy="523875"/>
          </a:xfrm>
          <a:prstGeom prst="rect">
            <a:avLst/>
          </a:prstGeom>
        </p:spPr>
      </p:pic>
      <p:sp>
        <p:nvSpPr>
          <p:cNvPr id="14" name="Plassholder for lysbildenummer 5"/>
          <p:cNvSpPr txBox="1">
            <a:spLocks/>
          </p:cNvSpPr>
          <p:nvPr userDrawn="1"/>
        </p:nvSpPr>
        <p:spPr>
          <a:xfrm>
            <a:off x="8474801" y="4815936"/>
            <a:ext cx="342081" cy="273844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b="0" i="0" smtClean="0">
                <a:solidFill>
                  <a:schemeClr val="tx1"/>
                </a:solidFill>
                <a:latin typeface="Arial"/>
                <a:cs typeface="Arial"/>
              </a:rPr>
              <a:pPr algn="ctr"/>
              <a:t>‹#›</a:t>
            </a:fld>
            <a:endParaRPr lang="nb-NO" b="0" i="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01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ndeling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246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72914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02236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72249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71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648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223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8385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183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pic>
        <p:nvPicPr>
          <p:cNvPr id="5" name="Bilde 4" descr="sirkler.jpg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451"/>
          <a:stretch/>
        </p:blipFill>
        <p:spPr>
          <a:xfrm>
            <a:off x="7993703" y="379170"/>
            <a:ext cx="1151994" cy="114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aconda.com/free/anaconda/install/windows/" TargetMode="External"/><Relationship Id="rId2" Type="http://schemas.openxmlformats.org/officeDocument/2006/relationships/hyperlink" Target="https://code.visualstudio.com/docs/python/python-tutoria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conda.com/download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naconda.org/conda-forge/pyomo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anaconda.com/free/anaconda/packages/install-packages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517126" y="1878912"/>
            <a:ext cx="7772400" cy="675821"/>
          </a:xfrm>
        </p:spPr>
        <p:txBody>
          <a:bodyPr/>
          <a:lstStyle/>
          <a:p>
            <a:r>
              <a:rPr lang="nb-NO" dirty="0"/>
              <a:t>Python Setup Guide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517126" y="2597456"/>
            <a:ext cx="7772400" cy="1314450"/>
          </a:xfrm>
        </p:spPr>
        <p:txBody>
          <a:bodyPr>
            <a:normAutofit lnSpcReduction="10000"/>
          </a:bodyPr>
          <a:lstStyle/>
          <a:p>
            <a:r>
              <a:rPr lang="nb-NO" sz="2400" dirty="0"/>
              <a:t>For TET4185 Power Markets</a:t>
            </a:r>
          </a:p>
          <a:p>
            <a:r>
              <a:rPr lang="nb-NO" dirty="0"/>
              <a:t>Spring 2022</a:t>
            </a:r>
          </a:p>
          <a:p>
            <a:r>
              <a:rPr lang="nb-NO" sz="2400" dirty="0"/>
              <a:t>By: Kasper Thorvaldsen</a:t>
            </a:r>
          </a:p>
        </p:txBody>
      </p:sp>
      <p:pic>
        <p:nvPicPr>
          <p:cNvPr id="12" name="Bilde 11" descr="eng_logo_n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21" y="516320"/>
            <a:ext cx="3240024" cy="710184"/>
          </a:xfrm>
          <a:prstGeom prst="rect">
            <a:avLst/>
          </a:prstGeom>
        </p:spPr>
      </p:pic>
      <p:grpSp>
        <p:nvGrpSpPr>
          <p:cNvPr id="14" name="Gruppe 13"/>
          <p:cNvGrpSpPr/>
          <p:nvPr/>
        </p:nvGrpSpPr>
        <p:grpSpPr>
          <a:xfrm>
            <a:off x="6517094" y="359678"/>
            <a:ext cx="2155389" cy="1751325"/>
            <a:chOff x="6429510" y="337780"/>
            <a:chExt cx="2155389" cy="1751325"/>
          </a:xfrm>
        </p:grpSpPr>
        <p:sp>
          <p:nvSpPr>
            <p:cNvPr id="15" name="Ellipse 14"/>
            <p:cNvSpPr/>
            <p:nvPr/>
          </p:nvSpPr>
          <p:spPr>
            <a:xfrm>
              <a:off x="7596009" y="337780"/>
              <a:ext cx="988890" cy="988890"/>
            </a:xfrm>
            <a:prstGeom prst="ellipse">
              <a:avLst/>
            </a:prstGeom>
            <a:solidFill>
              <a:srgbClr val="0D3475">
                <a:alpha val="6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20" name="Ellipse 19"/>
            <p:cNvSpPr/>
            <p:nvPr/>
          </p:nvSpPr>
          <p:spPr>
            <a:xfrm>
              <a:off x="6815720" y="641606"/>
              <a:ext cx="475240" cy="475240"/>
            </a:xfrm>
            <a:prstGeom prst="ellipse">
              <a:avLst/>
            </a:prstGeom>
            <a:solidFill>
              <a:srgbClr val="0D347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21" name="Ellipse 20"/>
            <p:cNvSpPr/>
            <p:nvPr/>
          </p:nvSpPr>
          <p:spPr>
            <a:xfrm>
              <a:off x="6995176" y="1326670"/>
              <a:ext cx="762435" cy="762435"/>
            </a:xfrm>
            <a:prstGeom prst="ellipse">
              <a:avLst/>
            </a:prstGeom>
            <a:solidFill>
              <a:srgbClr val="BBAC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22" name="Ellipse 21"/>
            <p:cNvSpPr/>
            <p:nvPr/>
          </p:nvSpPr>
          <p:spPr>
            <a:xfrm>
              <a:off x="6429510" y="1339986"/>
              <a:ext cx="218266" cy="218266"/>
            </a:xfrm>
            <a:prstGeom prst="ellipse">
              <a:avLst/>
            </a:prstGeom>
            <a:solidFill>
              <a:srgbClr val="BBAC76">
                <a:alpha val="6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</p:grpSp>
    </p:spTree>
    <p:extLst>
      <p:ext uri="{BB962C8B-B14F-4D97-AF65-F5344CB8AC3E}">
        <p14:creationId xmlns:p14="http://schemas.microsoft.com/office/powerpoint/2010/main" val="324310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ktangel 18"/>
          <p:cNvSpPr/>
          <p:nvPr/>
        </p:nvSpPr>
        <p:spPr>
          <a:xfrm>
            <a:off x="1" y="4122595"/>
            <a:ext cx="9145697" cy="10801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Tittel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nb-NO" dirty="0"/>
              <a:t>Installation guide </a:t>
            </a:r>
            <a:r>
              <a:rPr lang="nb-NO" dirty="0" err="1"/>
              <a:t>Overview</a:t>
            </a:r>
            <a:endParaRPr lang="nb-NO" dirty="0"/>
          </a:p>
        </p:txBody>
      </p:sp>
      <p:sp>
        <p:nvSpPr>
          <p:cNvPr id="20" name="Plassholder for innhold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>
            <a:normAutofit fontScale="92500" lnSpcReduction="20000"/>
          </a:bodyPr>
          <a:lstStyle/>
          <a:p>
            <a:endParaRPr lang="nb-NO" dirty="0"/>
          </a:p>
          <a:p>
            <a:r>
              <a:rPr lang="nb-NO" dirty="0" err="1"/>
              <a:t>Disclaimer</a:t>
            </a:r>
            <a:r>
              <a:rPr lang="nb-NO" dirty="0"/>
              <a:t>: This </a:t>
            </a:r>
            <a:r>
              <a:rPr lang="nb-NO" dirty="0" err="1"/>
              <a:t>overview</a:t>
            </a:r>
            <a:r>
              <a:rPr lang="nb-NO" dirty="0"/>
              <a:t> is </a:t>
            </a:r>
            <a:r>
              <a:rPr lang="nb-NO" dirty="0" err="1"/>
              <a:t>based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authors</a:t>
            </a:r>
            <a:r>
              <a:rPr lang="nb-NO" dirty="0"/>
              <a:t> </a:t>
            </a:r>
            <a:r>
              <a:rPr lang="nb-NO" dirty="0" err="1"/>
              <a:t>preferred</a:t>
            </a:r>
            <a:r>
              <a:rPr lang="nb-NO" dirty="0"/>
              <a:t> </a:t>
            </a:r>
            <a:r>
              <a:rPr lang="nb-NO" dirty="0" err="1"/>
              <a:t>setup</a:t>
            </a:r>
            <a:r>
              <a:rPr lang="nb-NO" dirty="0"/>
              <a:t>. </a:t>
            </a:r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exists</a:t>
            </a:r>
            <a:r>
              <a:rPr lang="nb-NO" dirty="0"/>
              <a:t> </a:t>
            </a:r>
            <a:r>
              <a:rPr lang="nb-NO" dirty="0" err="1"/>
              <a:t>other</a:t>
            </a:r>
            <a:r>
              <a:rPr lang="nb-NO" dirty="0"/>
              <a:t> </a:t>
            </a:r>
            <a:r>
              <a:rPr lang="nb-NO" dirty="0" err="1"/>
              <a:t>setups</a:t>
            </a:r>
            <a:r>
              <a:rPr lang="nb-NO" dirty="0"/>
              <a:t> and </a:t>
            </a:r>
            <a:r>
              <a:rPr lang="nb-NO" dirty="0" err="1"/>
              <a:t>you’re</a:t>
            </a:r>
            <a:r>
              <a:rPr lang="nb-NO" dirty="0"/>
              <a:t> </a:t>
            </a:r>
            <a:r>
              <a:rPr lang="nb-NO" dirty="0" err="1"/>
              <a:t>free</a:t>
            </a:r>
            <a:r>
              <a:rPr lang="nb-NO" dirty="0"/>
              <a:t> to </a:t>
            </a:r>
            <a:r>
              <a:rPr lang="nb-NO" dirty="0" err="1"/>
              <a:t>choose</a:t>
            </a:r>
            <a:r>
              <a:rPr lang="nb-NO" dirty="0"/>
              <a:t>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own</a:t>
            </a:r>
            <a:r>
              <a:rPr lang="nb-NO" dirty="0"/>
              <a:t> </a:t>
            </a:r>
            <a:r>
              <a:rPr lang="nb-NO" dirty="0" err="1"/>
              <a:t>way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doing</a:t>
            </a:r>
            <a:r>
              <a:rPr lang="nb-NO" dirty="0"/>
              <a:t> it.</a:t>
            </a:r>
          </a:p>
          <a:p>
            <a:r>
              <a:rPr lang="nb-NO" dirty="0"/>
              <a:t>This </a:t>
            </a:r>
            <a:r>
              <a:rPr lang="nb-NO" dirty="0" err="1"/>
              <a:t>setup</a:t>
            </a:r>
            <a:r>
              <a:rPr lang="nb-NO" dirty="0"/>
              <a:t> </a:t>
            </a:r>
            <a:r>
              <a:rPr lang="nb-NO" dirty="0" err="1"/>
              <a:t>will</a:t>
            </a:r>
            <a:r>
              <a:rPr lang="nb-NO" dirty="0"/>
              <a:t> </a:t>
            </a:r>
            <a:r>
              <a:rPr lang="nb-NO" dirty="0" err="1"/>
              <a:t>give</a:t>
            </a:r>
            <a:r>
              <a:rPr lang="nb-NO" dirty="0"/>
              <a:t> a </a:t>
            </a:r>
            <a:r>
              <a:rPr lang="nb-NO" dirty="0" err="1"/>
              <a:t>good</a:t>
            </a:r>
            <a:r>
              <a:rPr lang="nb-NO" dirty="0"/>
              <a:t> </a:t>
            </a:r>
            <a:r>
              <a:rPr lang="nb-NO" dirty="0" err="1"/>
              <a:t>overview</a:t>
            </a:r>
            <a:r>
              <a:rPr lang="nb-NO" dirty="0"/>
              <a:t> and layout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how</a:t>
            </a:r>
            <a:r>
              <a:rPr lang="nb-NO" dirty="0"/>
              <a:t> to </a:t>
            </a:r>
            <a:r>
              <a:rPr lang="nb-NO" dirty="0" err="1"/>
              <a:t>code</a:t>
            </a:r>
            <a:r>
              <a:rPr lang="nb-NO" dirty="0"/>
              <a:t> in </a:t>
            </a:r>
            <a:r>
              <a:rPr lang="nb-NO" dirty="0" err="1"/>
              <a:t>python</a:t>
            </a:r>
            <a:r>
              <a:rPr lang="nb-NO" dirty="0"/>
              <a:t>, at </a:t>
            </a:r>
            <a:r>
              <a:rPr lang="nb-NO" dirty="0" err="1"/>
              <a:t>least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is my personal opinion</a:t>
            </a:r>
          </a:p>
          <a:p>
            <a:r>
              <a:rPr lang="nb-NO" dirty="0"/>
              <a:t>This guide </a:t>
            </a:r>
            <a:r>
              <a:rPr lang="nb-NO" dirty="0" err="1"/>
              <a:t>focuses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Anaconda</a:t>
            </a:r>
            <a:r>
              <a:rPr lang="nb-NO" dirty="0"/>
              <a:t> as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distributor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Python, </a:t>
            </a:r>
            <a:r>
              <a:rPr lang="nb-NO" dirty="0" err="1"/>
              <a:t>but</a:t>
            </a:r>
            <a:r>
              <a:rPr lang="nb-NO" dirty="0"/>
              <a:t> Visual studio </a:t>
            </a:r>
            <a:r>
              <a:rPr lang="nb-NO" dirty="0" err="1"/>
              <a:t>codes</a:t>
            </a:r>
            <a:r>
              <a:rPr lang="nb-NO" dirty="0"/>
              <a:t> is </a:t>
            </a:r>
            <a:r>
              <a:rPr lang="nb-NO" dirty="0" err="1"/>
              <a:t>also</a:t>
            </a:r>
            <a:r>
              <a:rPr lang="nb-NO" dirty="0"/>
              <a:t> an </a:t>
            </a:r>
            <a:r>
              <a:rPr lang="nb-NO" dirty="0" err="1"/>
              <a:t>option</a:t>
            </a:r>
            <a:r>
              <a:rPr lang="nb-NO" dirty="0"/>
              <a:t>:</a:t>
            </a:r>
          </a:p>
          <a:p>
            <a:pPr lvl="1"/>
            <a:r>
              <a:rPr lang="nb-NO" dirty="0">
                <a:hlinkClick r:id="rId2"/>
              </a:rPr>
              <a:t>https://code.visualstudio.com/docs/python/python-tutorial</a:t>
            </a:r>
            <a:endParaRPr lang="nb-NO" dirty="0"/>
          </a:p>
          <a:p>
            <a:r>
              <a:rPr lang="nb-NO" dirty="0"/>
              <a:t>Guide for </a:t>
            </a:r>
            <a:r>
              <a:rPr lang="nb-NO" dirty="0" err="1"/>
              <a:t>Anaconda</a:t>
            </a:r>
            <a:r>
              <a:rPr lang="nb-NO" dirty="0"/>
              <a:t>:</a:t>
            </a:r>
          </a:p>
          <a:p>
            <a:pPr lvl="1"/>
            <a:r>
              <a:rPr lang="nb-NO" dirty="0">
                <a:hlinkClick r:id="rId3"/>
              </a:rPr>
              <a:t>https://docs.anaconda.com/free/anaconda/install/windows/</a:t>
            </a:r>
            <a:endParaRPr lang="nb-NO" dirty="0"/>
          </a:p>
          <a:p>
            <a:pPr lvl="1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0688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Python via </a:t>
            </a:r>
            <a:r>
              <a:rPr lang="nb-NO" dirty="0" err="1"/>
              <a:t>Anaconda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nb-NO" dirty="0" err="1"/>
              <a:t>Anaconda</a:t>
            </a:r>
            <a:r>
              <a:rPr lang="nb-NO" dirty="0"/>
              <a:t>:</a:t>
            </a:r>
          </a:p>
          <a:p>
            <a:pPr lvl="1"/>
            <a:r>
              <a:rPr lang="en-US" b="1" dirty="0"/>
              <a:t>“Anaconda</a:t>
            </a:r>
            <a:r>
              <a:rPr lang="en-US" dirty="0"/>
              <a:t> is a free and open-source distribution of the Python and R programming languages for scientific computing (data science, machine learning applications, large-scale data processing, predictive analytics, etc.), that aims to simplify package management and deployment.” </a:t>
            </a:r>
            <a:r>
              <a:rPr lang="en-US" b="1" dirty="0"/>
              <a:t>Wikipedia</a:t>
            </a:r>
            <a:endParaRPr lang="nb-NO" dirty="0"/>
          </a:p>
          <a:p>
            <a:r>
              <a:rPr lang="nb-NO" dirty="0" err="1"/>
              <a:t>Many</a:t>
            </a:r>
            <a:r>
              <a:rPr lang="nb-NO" dirty="0"/>
              <a:t> </a:t>
            </a:r>
            <a:r>
              <a:rPr lang="nb-NO" dirty="0" err="1"/>
              <a:t>packages</a:t>
            </a:r>
            <a:r>
              <a:rPr lang="nb-NO" dirty="0"/>
              <a:t> </a:t>
            </a:r>
            <a:r>
              <a:rPr lang="nb-NO" dirty="0" err="1"/>
              <a:t>included</a:t>
            </a:r>
            <a:r>
              <a:rPr lang="nb-NO" dirty="0"/>
              <a:t>, and </a:t>
            </a:r>
            <a:r>
              <a:rPr lang="nb-NO" dirty="0" err="1"/>
              <a:t>easy</a:t>
            </a:r>
            <a:r>
              <a:rPr lang="nb-NO" dirty="0"/>
              <a:t> </a:t>
            </a:r>
            <a:r>
              <a:rPr lang="nb-NO" dirty="0" err="1"/>
              <a:t>access</a:t>
            </a:r>
            <a:r>
              <a:rPr lang="nb-NO" dirty="0"/>
              <a:t> to </a:t>
            </a:r>
            <a:r>
              <a:rPr lang="nb-NO" dirty="0" err="1"/>
              <a:t>install</a:t>
            </a:r>
            <a:r>
              <a:rPr lang="nb-NO" dirty="0"/>
              <a:t> </a:t>
            </a:r>
            <a:r>
              <a:rPr lang="nb-NO" dirty="0" err="1"/>
              <a:t>further</a:t>
            </a:r>
            <a:r>
              <a:rPr lang="nb-NO" dirty="0"/>
              <a:t> </a:t>
            </a:r>
            <a:r>
              <a:rPr lang="nb-NO" dirty="0" err="1"/>
              <a:t>packages</a:t>
            </a:r>
            <a:r>
              <a:rPr lang="nb-NO" dirty="0"/>
              <a:t>.</a:t>
            </a:r>
          </a:p>
          <a:p>
            <a:r>
              <a:rPr lang="nb-NO" dirty="0" err="1"/>
              <a:t>Can</a:t>
            </a:r>
            <a:r>
              <a:rPr lang="nb-NO" dirty="0"/>
              <a:t> run </a:t>
            </a:r>
            <a:r>
              <a:rPr lang="nb-NO" dirty="0" err="1"/>
              <a:t>python</a:t>
            </a:r>
            <a:r>
              <a:rPr lang="nb-NO" dirty="0"/>
              <a:t> </a:t>
            </a:r>
            <a:r>
              <a:rPr lang="nb-NO" dirty="0" err="1"/>
              <a:t>through</a:t>
            </a:r>
            <a:r>
              <a:rPr lang="nb-NO" dirty="0"/>
              <a:t> «</a:t>
            </a:r>
            <a:r>
              <a:rPr lang="nb-NO" dirty="0" err="1"/>
              <a:t>Spyder</a:t>
            </a:r>
            <a:r>
              <a:rPr lang="nb-NO" dirty="0"/>
              <a:t>»:</a:t>
            </a:r>
          </a:p>
          <a:p>
            <a:pPr lvl="1"/>
            <a:r>
              <a:rPr lang="nb-NO" dirty="0"/>
              <a:t>Shows </a:t>
            </a:r>
            <a:r>
              <a:rPr lang="nb-NO" dirty="0" err="1"/>
              <a:t>command</a:t>
            </a:r>
            <a:r>
              <a:rPr lang="nb-NO" dirty="0"/>
              <a:t> </a:t>
            </a:r>
            <a:r>
              <a:rPr lang="nb-NO" dirty="0" err="1"/>
              <a:t>window</a:t>
            </a:r>
            <a:r>
              <a:rPr lang="nb-NO" dirty="0"/>
              <a:t>, </a:t>
            </a:r>
            <a:r>
              <a:rPr lang="nb-NO" dirty="0" err="1"/>
              <a:t>console</a:t>
            </a:r>
            <a:r>
              <a:rPr lang="nb-NO" dirty="0"/>
              <a:t> </a:t>
            </a:r>
            <a:r>
              <a:rPr lang="nb-NO" dirty="0" err="1"/>
              <a:t>window</a:t>
            </a:r>
            <a:r>
              <a:rPr lang="nb-NO" dirty="0"/>
              <a:t>, variable </a:t>
            </a:r>
            <a:r>
              <a:rPr lang="nb-NO" dirty="0" err="1"/>
              <a:t>explorer</a:t>
            </a:r>
            <a:r>
              <a:rPr lang="nb-NO" dirty="0"/>
              <a:t> and more</a:t>
            </a:r>
          </a:p>
          <a:p>
            <a:pPr lvl="1"/>
            <a:r>
              <a:rPr lang="nb-NO" dirty="0" err="1"/>
              <a:t>Pretty</a:t>
            </a:r>
            <a:r>
              <a:rPr lang="nb-NO" dirty="0"/>
              <a:t> </a:t>
            </a:r>
            <a:r>
              <a:rPr lang="nb-NO" dirty="0" err="1"/>
              <a:t>much</a:t>
            </a:r>
            <a:r>
              <a:rPr lang="nb-NO" dirty="0"/>
              <a:t> same layout as MATLAB (</a:t>
            </a:r>
            <a:r>
              <a:rPr lang="nb-NO" dirty="0" err="1"/>
              <a:t>own</a:t>
            </a:r>
            <a:r>
              <a:rPr lang="nb-NO" dirty="0"/>
              <a:t> </a:t>
            </a:r>
            <a:r>
              <a:rPr lang="nb-NO" dirty="0" err="1"/>
              <a:t>option</a:t>
            </a:r>
            <a:r>
              <a:rPr lang="nb-NO" dirty="0"/>
              <a:t> </a:t>
            </a:r>
            <a:r>
              <a:rPr lang="nb-NO" dirty="0" err="1"/>
              <a:t>actually</a:t>
            </a:r>
            <a:r>
              <a:rPr lang="nb-NO" dirty="0"/>
              <a:t> to have it </a:t>
            </a:r>
            <a:r>
              <a:rPr lang="nb-NO" dirty="0" err="1"/>
              <a:t>equal</a:t>
            </a:r>
            <a:r>
              <a:rPr lang="nb-NO" dirty="0"/>
              <a:t> to MATLAB layout)</a:t>
            </a:r>
          </a:p>
        </p:txBody>
      </p:sp>
    </p:spTree>
    <p:extLst>
      <p:ext uri="{BB962C8B-B14F-4D97-AF65-F5344CB8AC3E}">
        <p14:creationId xmlns:p14="http://schemas.microsoft.com/office/powerpoint/2010/main" val="293087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 err="1"/>
              <a:t>Download</a:t>
            </a:r>
            <a:r>
              <a:rPr lang="nb-NO" dirty="0"/>
              <a:t> Python </a:t>
            </a:r>
            <a:r>
              <a:rPr lang="nb-NO" dirty="0" err="1"/>
              <a:t>through</a:t>
            </a:r>
            <a:r>
              <a:rPr lang="nb-NO" dirty="0"/>
              <a:t> ANACONDA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nb-NO" dirty="0"/>
              <a:t>Go to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website</a:t>
            </a:r>
            <a:r>
              <a:rPr lang="nb-NO" dirty="0"/>
              <a:t>: </a:t>
            </a:r>
            <a:r>
              <a:rPr lang="nb-NO" dirty="0">
                <a:hlinkClick r:id="rId2"/>
              </a:rPr>
              <a:t>https://www.anaconda.com/download/</a:t>
            </a:r>
            <a:endParaRPr lang="nb-NO" dirty="0"/>
          </a:p>
          <a:p>
            <a:r>
              <a:rPr lang="nb-NO" dirty="0" err="1"/>
              <a:t>Choose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one</a:t>
            </a:r>
            <a:r>
              <a:rPr lang="nb-NO" dirty="0"/>
              <a:t> </a:t>
            </a:r>
            <a:r>
              <a:rPr lang="nb-NO" dirty="0" err="1"/>
              <a:t>appropriate</a:t>
            </a:r>
            <a:r>
              <a:rPr lang="nb-NO" dirty="0"/>
              <a:t> for </a:t>
            </a:r>
            <a:r>
              <a:rPr lang="nb-NO" dirty="0" err="1"/>
              <a:t>your</a:t>
            </a:r>
            <a:r>
              <a:rPr lang="nb-NO" dirty="0"/>
              <a:t> OS, and </a:t>
            </a:r>
            <a:r>
              <a:rPr lang="nb-NO" dirty="0" err="1"/>
              <a:t>download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latest </a:t>
            </a:r>
            <a:r>
              <a:rPr lang="nb-NO" dirty="0" err="1"/>
              <a:t>version</a:t>
            </a:r>
            <a:r>
              <a:rPr lang="nb-NO" dirty="0"/>
              <a:t> (as </a:t>
            </a:r>
            <a:r>
              <a:rPr lang="nb-NO" dirty="0" err="1"/>
              <a:t>of</a:t>
            </a:r>
            <a:r>
              <a:rPr lang="nb-NO" dirty="0"/>
              <a:t> 16.01.2019: Version 3.7)</a:t>
            </a:r>
          </a:p>
          <a:p>
            <a:pPr lvl="1"/>
            <a:r>
              <a:rPr lang="nb-NO" dirty="0"/>
              <a:t>Note: The </a:t>
            </a:r>
            <a:r>
              <a:rPr lang="nb-NO" dirty="0" err="1"/>
              <a:t>version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Python is </a:t>
            </a:r>
            <a:r>
              <a:rPr lang="nb-NO" dirty="0" err="1"/>
              <a:t>important</a:t>
            </a:r>
            <a:r>
              <a:rPr lang="nb-NO" dirty="0"/>
              <a:t> </a:t>
            </a:r>
            <a:r>
              <a:rPr lang="nb-NO" dirty="0" err="1"/>
              <a:t>regarding</a:t>
            </a:r>
            <a:r>
              <a:rPr lang="nb-NO" dirty="0"/>
              <a:t> </a:t>
            </a:r>
            <a:r>
              <a:rPr lang="nb-NO" dirty="0" err="1"/>
              <a:t>packages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install</a:t>
            </a:r>
            <a:r>
              <a:rPr lang="nb-NO" dirty="0"/>
              <a:t>, </a:t>
            </a:r>
            <a:r>
              <a:rPr lang="nb-NO" dirty="0" err="1"/>
              <a:t>such</a:t>
            </a:r>
            <a:r>
              <a:rPr lang="nb-NO" dirty="0"/>
              <a:t> as </a:t>
            </a:r>
            <a:r>
              <a:rPr lang="nb-NO" dirty="0" err="1"/>
              <a:t>Pyomo</a:t>
            </a:r>
            <a:r>
              <a:rPr lang="nb-NO" dirty="0"/>
              <a:t> (more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later). If </a:t>
            </a:r>
            <a:r>
              <a:rPr lang="nb-NO" dirty="0" err="1"/>
              <a:t>choosing</a:t>
            </a:r>
            <a:r>
              <a:rPr lang="nb-NO" dirty="0"/>
              <a:t> for </a:t>
            </a:r>
            <a:r>
              <a:rPr lang="nb-NO" dirty="0" err="1"/>
              <a:t>instance</a:t>
            </a:r>
            <a:r>
              <a:rPr lang="nb-NO" dirty="0"/>
              <a:t> Python 3.7, </a:t>
            </a:r>
            <a:r>
              <a:rPr lang="nb-NO" dirty="0" err="1"/>
              <a:t>Pyomo</a:t>
            </a:r>
            <a:r>
              <a:rPr lang="nb-NO" dirty="0"/>
              <a:t> </a:t>
            </a:r>
            <a:r>
              <a:rPr lang="nb-NO" dirty="0" err="1"/>
              <a:t>version</a:t>
            </a:r>
            <a:r>
              <a:rPr lang="nb-NO" dirty="0"/>
              <a:t> 5.6.6 is a </a:t>
            </a:r>
            <a:r>
              <a:rPr lang="nb-NO" dirty="0" err="1"/>
              <a:t>good</a:t>
            </a:r>
            <a:r>
              <a:rPr lang="nb-NO" dirty="0"/>
              <a:t> </a:t>
            </a:r>
            <a:r>
              <a:rPr lang="nb-NO" dirty="0" err="1"/>
              <a:t>option</a:t>
            </a:r>
            <a:r>
              <a:rPr lang="nb-NO" dirty="0"/>
              <a:t>, </a:t>
            </a:r>
            <a:r>
              <a:rPr lang="nb-NO" dirty="0" err="1"/>
              <a:t>but</a:t>
            </a:r>
            <a:r>
              <a:rPr lang="nb-NO" dirty="0"/>
              <a:t> </a:t>
            </a:r>
            <a:r>
              <a:rPr lang="nb-NO" dirty="0" err="1"/>
              <a:t>newer</a:t>
            </a:r>
            <a:r>
              <a:rPr lang="nb-NO" dirty="0"/>
              <a:t> </a:t>
            </a:r>
            <a:r>
              <a:rPr lang="nb-NO" dirty="0" err="1"/>
              <a:t>versions</a:t>
            </a:r>
            <a:r>
              <a:rPr lang="nb-NO" dirty="0"/>
              <a:t> </a:t>
            </a:r>
            <a:r>
              <a:rPr lang="nb-NO" dirty="0" err="1"/>
              <a:t>will</a:t>
            </a:r>
            <a:r>
              <a:rPr lang="nb-NO" dirty="0"/>
              <a:t> have </a:t>
            </a:r>
            <a:r>
              <a:rPr lang="nb-NO" dirty="0" err="1"/>
              <a:t>compatibility</a:t>
            </a:r>
            <a:r>
              <a:rPr lang="nb-NO" dirty="0"/>
              <a:t> </a:t>
            </a:r>
            <a:r>
              <a:rPr lang="nb-NO" dirty="0" err="1"/>
              <a:t>issues</a:t>
            </a:r>
            <a:r>
              <a:rPr lang="nb-NO" dirty="0"/>
              <a:t>.</a:t>
            </a:r>
          </a:p>
          <a:p>
            <a:pPr lvl="1"/>
            <a:r>
              <a:rPr lang="nb-NO" dirty="0"/>
              <a:t>I </a:t>
            </a:r>
            <a:r>
              <a:rPr lang="nb-NO" dirty="0" err="1"/>
              <a:t>would</a:t>
            </a:r>
            <a:r>
              <a:rPr lang="nb-NO" dirty="0"/>
              <a:t> </a:t>
            </a:r>
            <a:r>
              <a:rPr lang="nb-NO" dirty="0" err="1"/>
              <a:t>recommend</a:t>
            </a:r>
            <a:r>
              <a:rPr lang="nb-NO" dirty="0"/>
              <a:t> to </a:t>
            </a:r>
            <a:r>
              <a:rPr lang="nb-NO" dirty="0" err="1"/>
              <a:t>choose</a:t>
            </a:r>
            <a:r>
              <a:rPr lang="nb-NO" dirty="0"/>
              <a:t> </a:t>
            </a:r>
            <a:r>
              <a:rPr lang="nb-NO" dirty="0" err="1"/>
              <a:t>either</a:t>
            </a:r>
            <a:r>
              <a:rPr lang="nb-NO" dirty="0"/>
              <a:t> 3.8 or 3.9, </a:t>
            </a:r>
            <a:r>
              <a:rPr lang="nb-NO" dirty="0" err="1"/>
              <a:t>those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compatible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newest</a:t>
            </a:r>
            <a:r>
              <a:rPr lang="nb-NO" dirty="0"/>
              <a:t> </a:t>
            </a:r>
            <a:r>
              <a:rPr lang="nb-NO" dirty="0" err="1"/>
              <a:t>Pyomo-version</a:t>
            </a:r>
            <a:r>
              <a:rPr lang="nb-NO" dirty="0"/>
              <a:t> (as </a:t>
            </a:r>
            <a:r>
              <a:rPr lang="nb-NO" dirty="0" err="1"/>
              <a:t>of</a:t>
            </a:r>
            <a:r>
              <a:rPr lang="nb-NO" dirty="0"/>
              <a:t> 02.02.2022, </a:t>
            </a:r>
            <a:r>
              <a:rPr lang="nb-NO" dirty="0" err="1"/>
              <a:t>Pyomo</a:t>
            </a:r>
            <a:r>
              <a:rPr lang="nb-NO"/>
              <a:t> V6.2</a:t>
            </a:r>
            <a:r>
              <a:rPr lang="nb-NO" dirty="0"/>
              <a:t>)</a:t>
            </a:r>
          </a:p>
          <a:p>
            <a:r>
              <a:rPr lang="nb-NO" dirty="0" err="1"/>
              <a:t>Ignore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«</a:t>
            </a:r>
            <a:r>
              <a:rPr lang="nb-NO" dirty="0" err="1"/>
              <a:t>Cheat</a:t>
            </a:r>
            <a:r>
              <a:rPr lang="nb-NO" dirty="0"/>
              <a:t> </a:t>
            </a:r>
            <a:r>
              <a:rPr lang="nb-NO" dirty="0" err="1"/>
              <a:t>sheet</a:t>
            </a:r>
            <a:r>
              <a:rPr lang="nb-NO" dirty="0"/>
              <a:t>» </a:t>
            </a:r>
            <a:r>
              <a:rPr lang="nb-NO" dirty="0" err="1"/>
              <a:t>popup</a:t>
            </a:r>
            <a:endParaRPr lang="nb-NO" dirty="0"/>
          </a:p>
          <a:p>
            <a:r>
              <a:rPr lang="nb-NO" dirty="0"/>
              <a:t>Note: It is </a:t>
            </a:r>
            <a:r>
              <a:rPr lang="nb-NO" dirty="0" err="1"/>
              <a:t>recommended</a:t>
            </a:r>
            <a:r>
              <a:rPr lang="nb-NO" dirty="0"/>
              <a:t> to </a:t>
            </a:r>
            <a:r>
              <a:rPr lang="nb-NO" dirty="0" err="1"/>
              <a:t>download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Python 3 </a:t>
            </a:r>
            <a:r>
              <a:rPr lang="nb-NO" dirty="0" err="1"/>
              <a:t>version</a:t>
            </a:r>
            <a:r>
              <a:rPr lang="nb-NO" dirty="0"/>
              <a:t>, and not Python 2. </a:t>
            </a:r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differences</a:t>
            </a:r>
            <a:r>
              <a:rPr lang="nb-NO" dirty="0"/>
              <a:t> </a:t>
            </a:r>
            <a:r>
              <a:rPr lang="nb-NO" dirty="0" err="1"/>
              <a:t>between</a:t>
            </a:r>
            <a:r>
              <a:rPr lang="nb-NO" dirty="0"/>
              <a:t> </a:t>
            </a:r>
            <a:r>
              <a:rPr lang="nb-NO" dirty="0" err="1"/>
              <a:t>each</a:t>
            </a:r>
            <a:r>
              <a:rPr lang="nb-NO" dirty="0"/>
              <a:t> </a:t>
            </a:r>
            <a:r>
              <a:rPr lang="nb-NO" dirty="0" err="1"/>
              <a:t>version</a:t>
            </a:r>
            <a:r>
              <a:rPr lang="nb-NO" dirty="0"/>
              <a:t>, and </a:t>
            </a:r>
            <a:r>
              <a:rPr lang="nb-NO" dirty="0" err="1"/>
              <a:t>there</a:t>
            </a:r>
            <a:r>
              <a:rPr lang="nb-NO" dirty="0"/>
              <a:t> is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guarantee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code</a:t>
            </a:r>
            <a:r>
              <a:rPr lang="nb-NO" dirty="0"/>
              <a:t> </a:t>
            </a:r>
            <a:r>
              <a:rPr lang="nb-NO" dirty="0" err="1"/>
              <a:t>will</a:t>
            </a:r>
            <a:r>
              <a:rPr lang="nb-NO" dirty="0"/>
              <a:t> </a:t>
            </a:r>
            <a:r>
              <a:rPr lang="nb-NO" dirty="0" err="1"/>
              <a:t>work</a:t>
            </a:r>
            <a:r>
              <a:rPr lang="nb-NO" dirty="0"/>
              <a:t> </a:t>
            </a:r>
            <a:r>
              <a:rPr lang="nb-NO" dirty="0" err="1"/>
              <a:t>between</a:t>
            </a:r>
            <a:r>
              <a:rPr lang="nb-NO" dirty="0"/>
              <a:t> </a:t>
            </a:r>
            <a:r>
              <a:rPr lang="nb-NO" dirty="0" err="1"/>
              <a:t>them</a:t>
            </a:r>
            <a:r>
              <a:rPr lang="nb-NO" dirty="0"/>
              <a:t>. Python 3 is </a:t>
            </a:r>
            <a:r>
              <a:rPr lang="nb-NO" dirty="0" err="1"/>
              <a:t>considered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most </a:t>
            </a:r>
            <a:r>
              <a:rPr lang="nb-NO" dirty="0" err="1"/>
              <a:t>recent</a:t>
            </a:r>
            <a:r>
              <a:rPr lang="nb-NO" dirty="0"/>
              <a:t> </a:t>
            </a:r>
            <a:r>
              <a:rPr lang="nb-NO" dirty="0" err="1"/>
              <a:t>addition</a:t>
            </a:r>
            <a:r>
              <a:rPr lang="nb-NO" dirty="0"/>
              <a:t> and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one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expect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code</a:t>
            </a:r>
            <a:r>
              <a:rPr lang="nb-NO" dirty="0"/>
              <a:t> I </a:t>
            </a:r>
            <a:r>
              <a:rPr lang="nb-NO" dirty="0" err="1"/>
              <a:t>give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to </a:t>
            </a:r>
            <a:r>
              <a:rPr lang="nb-NO" dirty="0" err="1"/>
              <a:t>work</a:t>
            </a:r>
            <a:r>
              <a:rPr lang="nb-NO" dirty="0"/>
              <a:t> in</a:t>
            </a:r>
          </a:p>
        </p:txBody>
      </p:sp>
    </p:spTree>
    <p:extLst>
      <p:ext uri="{BB962C8B-B14F-4D97-AF65-F5344CB8AC3E}">
        <p14:creationId xmlns:p14="http://schemas.microsoft.com/office/powerpoint/2010/main" val="2248613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Install</a:t>
            </a:r>
            <a:r>
              <a:rPr lang="nb-NO" dirty="0"/>
              <a:t> </a:t>
            </a:r>
            <a:r>
              <a:rPr lang="nb-NO" dirty="0" err="1"/>
              <a:t>Anaconda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b-NO" dirty="0"/>
              <a:t>Run «Anaconda3-….»</a:t>
            </a:r>
          </a:p>
          <a:p>
            <a:pPr lvl="1"/>
            <a:r>
              <a:rPr lang="nb-NO" dirty="0"/>
              <a:t>Accept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license</a:t>
            </a:r>
            <a:r>
              <a:rPr lang="nb-NO" dirty="0"/>
              <a:t> </a:t>
            </a:r>
            <a:r>
              <a:rPr lang="nb-NO" dirty="0" err="1"/>
              <a:t>agreement</a:t>
            </a:r>
            <a:r>
              <a:rPr lang="nb-NO" dirty="0"/>
              <a:t> (</a:t>
            </a:r>
            <a:r>
              <a:rPr lang="nb-NO" dirty="0" err="1"/>
              <a:t>after</a:t>
            </a:r>
            <a:r>
              <a:rPr lang="nb-NO" dirty="0"/>
              <a:t> </a:t>
            </a:r>
            <a:r>
              <a:rPr lang="nb-NO" dirty="0" err="1"/>
              <a:t>reading</a:t>
            </a:r>
            <a:r>
              <a:rPr lang="nb-NO" dirty="0"/>
              <a:t> it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course</a:t>
            </a:r>
            <a:r>
              <a:rPr lang="nb-NO" dirty="0"/>
              <a:t> ;) )</a:t>
            </a:r>
          </a:p>
          <a:p>
            <a:pPr lvl="1"/>
            <a:r>
              <a:rPr lang="nb-NO" u="sng" dirty="0"/>
              <a:t>Note: People have </a:t>
            </a:r>
            <a:r>
              <a:rPr lang="nb-NO" u="sng" dirty="0" err="1"/>
              <a:t>experienced</a:t>
            </a:r>
            <a:r>
              <a:rPr lang="nb-NO" u="sng" dirty="0"/>
              <a:t> a stop in </a:t>
            </a:r>
            <a:r>
              <a:rPr lang="nb-NO" u="sng" dirty="0" err="1"/>
              <a:t>installation</a:t>
            </a:r>
            <a:r>
              <a:rPr lang="nb-NO" u="sng" dirty="0"/>
              <a:t> </a:t>
            </a:r>
            <a:r>
              <a:rPr lang="nb-NO" u="sng" dirty="0" err="1"/>
              <a:t>if</a:t>
            </a:r>
            <a:r>
              <a:rPr lang="nb-NO" u="sng" dirty="0"/>
              <a:t> it is not run as administrator.</a:t>
            </a:r>
          </a:p>
          <a:p>
            <a:pPr lvl="1"/>
            <a:r>
              <a:rPr lang="nb-NO" dirty="0" err="1"/>
              <a:t>Choose</a:t>
            </a:r>
            <a:r>
              <a:rPr lang="nb-NO" dirty="0"/>
              <a:t> a </a:t>
            </a:r>
            <a:r>
              <a:rPr lang="nb-NO" dirty="0" err="1"/>
              <a:t>destionation</a:t>
            </a:r>
            <a:r>
              <a:rPr lang="nb-NO" dirty="0"/>
              <a:t> folder</a:t>
            </a:r>
          </a:p>
          <a:p>
            <a:pPr lvl="1"/>
            <a:r>
              <a:rPr lang="nb-NO" dirty="0"/>
              <a:t>Advanced </a:t>
            </a:r>
            <a:r>
              <a:rPr lang="nb-NO" dirty="0" err="1"/>
              <a:t>options</a:t>
            </a:r>
            <a:r>
              <a:rPr lang="nb-NO" dirty="0"/>
              <a:t>:</a:t>
            </a:r>
          </a:p>
          <a:p>
            <a:pPr lvl="2"/>
            <a:r>
              <a:rPr lang="nb-NO" b="1" u="sng" dirty="0"/>
              <a:t>Do not mark </a:t>
            </a:r>
            <a:r>
              <a:rPr lang="nb-NO" dirty="0"/>
              <a:t>«</a:t>
            </a:r>
            <a:r>
              <a:rPr lang="nb-NO" dirty="0" err="1"/>
              <a:t>Add</a:t>
            </a:r>
            <a:r>
              <a:rPr lang="nb-NO" dirty="0"/>
              <a:t> </a:t>
            </a:r>
            <a:r>
              <a:rPr lang="nb-NO" dirty="0" err="1"/>
              <a:t>anaconda</a:t>
            </a:r>
            <a:r>
              <a:rPr lang="nb-NO" dirty="0"/>
              <a:t> to my PATH». This is an </a:t>
            </a:r>
            <a:r>
              <a:rPr lang="nb-NO" dirty="0" err="1"/>
              <a:t>advanced</a:t>
            </a:r>
            <a:r>
              <a:rPr lang="nb-NO" dirty="0"/>
              <a:t> </a:t>
            </a:r>
            <a:r>
              <a:rPr lang="nb-NO" dirty="0" err="1"/>
              <a:t>method</a:t>
            </a:r>
            <a:r>
              <a:rPr lang="nb-NO" dirty="0"/>
              <a:t>, and </a:t>
            </a:r>
            <a:r>
              <a:rPr lang="nb-NO" dirty="0" err="1"/>
              <a:t>will</a:t>
            </a:r>
            <a:r>
              <a:rPr lang="nb-NO" dirty="0"/>
              <a:t> make it so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cmd</a:t>
            </a:r>
            <a:r>
              <a:rPr lang="nb-NO" dirty="0"/>
              <a:t> </a:t>
            </a:r>
            <a:r>
              <a:rPr lang="nb-NO" dirty="0" err="1"/>
              <a:t>window</a:t>
            </a:r>
            <a:r>
              <a:rPr lang="nb-NO" dirty="0"/>
              <a:t> has </a:t>
            </a:r>
            <a:r>
              <a:rPr lang="nb-NO" dirty="0" err="1"/>
              <a:t>access</a:t>
            </a:r>
            <a:r>
              <a:rPr lang="nb-NO" dirty="0"/>
              <a:t> to </a:t>
            </a:r>
            <a:r>
              <a:rPr lang="nb-NO" dirty="0" err="1"/>
              <a:t>Anaconda</a:t>
            </a:r>
            <a:r>
              <a:rPr lang="nb-NO" dirty="0"/>
              <a:t>, </a:t>
            </a:r>
            <a:r>
              <a:rPr lang="nb-NO" dirty="0" err="1"/>
              <a:t>which</a:t>
            </a:r>
            <a:r>
              <a:rPr lang="nb-NO" dirty="0"/>
              <a:t> is not </a:t>
            </a:r>
            <a:r>
              <a:rPr lang="nb-NO" dirty="0" err="1"/>
              <a:t>needed</a:t>
            </a:r>
            <a:r>
              <a:rPr lang="nb-NO" dirty="0"/>
              <a:t>.</a:t>
            </a:r>
          </a:p>
          <a:p>
            <a:pPr lvl="2"/>
            <a:r>
              <a:rPr lang="nb-NO" u="sng" dirty="0"/>
              <a:t>Mark «Register </a:t>
            </a:r>
            <a:r>
              <a:rPr lang="nb-NO" u="sng" dirty="0" err="1"/>
              <a:t>Anaconda</a:t>
            </a:r>
            <a:r>
              <a:rPr lang="nb-NO" u="sng" dirty="0"/>
              <a:t> as my </a:t>
            </a:r>
            <a:r>
              <a:rPr lang="nb-NO" u="sng" dirty="0" err="1"/>
              <a:t>default</a:t>
            </a:r>
            <a:r>
              <a:rPr lang="nb-NO" u="sng" dirty="0"/>
              <a:t>…»</a:t>
            </a:r>
          </a:p>
          <a:p>
            <a:r>
              <a:rPr lang="nb-NO" dirty="0" err="1"/>
              <a:t>Continue</a:t>
            </a:r>
            <a:r>
              <a:rPr lang="nb-NO" dirty="0"/>
              <a:t>, and </a:t>
            </a:r>
            <a:r>
              <a:rPr lang="nb-NO" dirty="0" err="1"/>
              <a:t>install</a:t>
            </a:r>
            <a:r>
              <a:rPr lang="nb-NO" dirty="0"/>
              <a:t> </a:t>
            </a:r>
            <a:r>
              <a:rPr lang="nb-NO" dirty="0" err="1"/>
              <a:t>Anaconda</a:t>
            </a:r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0087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Access Python -&gt; </a:t>
            </a:r>
            <a:r>
              <a:rPr lang="nb-NO" dirty="0" err="1"/>
              <a:t>Command</a:t>
            </a:r>
            <a:r>
              <a:rPr lang="nb-NO" dirty="0"/>
              <a:t> </a:t>
            </a:r>
            <a:r>
              <a:rPr lang="nb-NO" dirty="0" err="1"/>
              <a:t>window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/>
              <a:t>Since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did</a:t>
            </a:r>
            <a:r>
              <a:rPr lang="nb-NO" dirty="0"/>
              <a:t> not mark «</a:t>
            </a:r>
            <a:r>
              <a:rPr lang="nb-NO" dirty="0" err="1"/>
              <a:t>add</a:t>
            </a:r>
            <a:r>
              <a:rPr lang="nb-NO" dirty="0"/>
              <a:t> to PATH», </a:t>
            </a:r>
            <a:r>
              <a:rPr lang="nb-NO" dirty="0" err="1"/>
              <a:t>opening</a:t>
            </a:r>
            <a:r>
              <a:rPr lang="nb-NO" dirty="0"/>
              <a:t> a normal </a:t>
            </a:r>
            <a:r>
              <a:rPr lang="nb-NO" dirty="0" err="1"/>
              <a:t>command</a:t>
            </a:r>
            <a:r>
              <a:rPr lang="nb-NO" dirty="0"/>
              <a:t> </a:t>
            </a:r>
            <a:r>
              <a:rPr lang="nb-NO" dirty="0" err="1"/>
              <a:t>window</a:t>
            </a:r>
            <a:r>
              <a:rPr lang="nb-NO" dirty="0"/>
              <a:t> </a:t>
            </a:r>
            <a:r>
              <a:rPr lang="nb-NO" dirty="0" err="1"/>
              <a:t>will</a:t>
            </a:r>
            <a:r>
              <a:rPr lang="nb-NO" dirty="0"/>
              <a:t> not </a:t>
            </a:r>
            <a:r>
              <a:rPr lang="nb-NO" dirty="0" err="1"/>
              <a:t>allow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to </a:t>
            </a:r>
            <a:r>
              <a:rPr lang="nb-NO" dirty="0" err="1"/>
              <a:t>access</a:t>
            </a:r>
            <a:r>
              <a:rPr lang="nb-NO" dirty="0"/>
              <a:t> Python</a:t>
            </a:r>
          </a:p>
          <a:p>
            <a:r>
              <a:rPr lang="nb-NO" dirty="0" err="1"/>
              <a:t>Instead</a:t>
            </a:r>
            <a:r>
              <a:rPr lang="nb-NO" dirty="0"/>
              <a:t>, </a:t>
            </a:r>
            <a:r>
              <a:rPr lang="nb-NO" dirty="0" err="1"/>
              <a:t>search</a:t>
            </a:r>
            <a:r>
              <a:rPr lang="nb-NO" dirty="0"/>
              <a:t> for «</a:t>
            </a:r>
            <a:r>
              <a:rPr lang="nb-NO" dirty="0" err="1"/>
              <a:t>Anaconda</a:t>
            </a:r>
            <a:r>
              <a:rPr lang="nb-NO" dirty="0"/>
              <a:t> prompt» in </a:t>
            </a:r>
            <a:r>
              <a:rPr lang="nb-NO" dirty="0" err="1"/>
              <a:t>your</a:t>
            </a:r>
            <a:r>
              <a:rPr lang="nb-NO" dirty="0"/>
              <a:t> Start-</a:t>
            </a:r>
            <a:r>
              <a:rPr lang="nb-NO" dirty="0" err="1"/>
              <a:t>menu</a:t>
            </a:r>
            <a:r>
              <a:rPr lang="nb-NO" dirty="0"/>
              <a:t>, and </a:t>
            </a:r>
            <a:r>
              <a:rPr lang="nb-NO" dirty="0" err="1"/>
              <a:t>open</a:t>
            </a:r>
            <a:r>
              <a:rPr lang="nb-NO" dirty="0"/>
              <a:t>. </a:t>
            </a:r>
          </a:p>
          <a:p>
            <a:r>
              <a:rPr lang="nb-NO" dirty="0"/>
              <a:t>Write «</a:t>
            </a:r>
            <a:r>
              <a:rPr lang="nb-NO" dirty="0" err="1"/>
              <a:t>python</a:t>
            </a:r>
            <a:r>
              <a:rPr lang="nb-NO" dirty="0"/>
              <a:t>», and </a:t>
            </a:r>
            <a:r>
              <a:rPr lang="nb-NO" dirty="0" err="1"/>
              <a:t>python</a:t>
            </a:r>
            <a:r>
              <a:rPr lang="nb-NO" dirty="0"/>
              <a:t> </a:t>
            </a:r>
            <a:r>
              <a:rPr lang="nb-NO" dirty="0" err="1"/>
              <a:t>will</a:t>
            </a:r>
            <a:r>
              <a:rPr lang="nb-NO" dirty="0"/>
              <a:t> </a:t>
            </a:r>
            <a:r>
              <a:rPr lang="nb-NO" dirty="0" err="1"/>
              <a:t>boot</a:t>
            </a:r>
            <a:r>
              <a:rPr lang="nb-NO" dirty="0"/>
              <a:t> up</a:t>
            </a:r>
          </a:p>
          <a:p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now</a:t>
            </a:r>
            <a:r>
              <a:rPr lang="nb-NO" dirty="0"/>
              <a:t> </a:t>
            </a:r>
            <a:r>
              <a:rPr lang="nb-NO" dirty="0" err="1"/>
              <a:t>code</a:t>
            </a:r>
            <a:r>
              <a:rPr lang="nb-NO" dirty="0"/>
              <a:t> in </a:t>
            </a:r>
            <a:r>
              <a:rPr lang="nb-NO" dirty="0" err="1"/>
              <a:t>python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43178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Access Python -&gt; </a:t>
            </a:r>
            <a:r>
              <a:rPr lang="nb-NO" dirty="0" err="1"/>
              <a:t>Spyder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/>
              <a:t>Instead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coding</a:t>
            </a:r>
            <a:r>
              <a:rPr lang="nb-NO" dirty="0"/>
              <a:t> </a:t>
            </a:r>
            <a:r>
              <a:rPr lang="nb-NO" dirty="0" err="1"/>
              <a:t>directly</a:t>
            </a:r>
            <a:r>
              <a:rPr lang="nb-NO" dirty="0"/>
              <a:t> in </a:t>
            </a:r>
            <a:r>
              <a:rPr lang="nb-NO" dirty="0" err="1"/>
              <a:t>command</a:t>
            </a:r>
            <a:r>
              <a:rPr lang="nb-NO" dirty="0"/>
              <a:t> </a:t>
            </a:r>
            <a:r>
              <a:rPr lang="nb-NO" dirty="0" err="1"/>
              <a:t>window</a:t>
            </a:r>
            <a:r>
              <a:rPr lang="nb-NO" dirty="0"/>
              <a:t>, </a:t>
            </a:r>
            <a:r>
              <a:rPr lang="nb-NO" dirty="0" err="1"/>
              <a:t>one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«</a:t>
            </a:r>
            <a:r>
              <a:rPr lang="nb-NO" dirty="0" err="1"/>
              <a:t>Spyder</a:t>
            </a:r>
            <a:r>
              <a:rPr lang="nb-NO" dirty="0"/>
              <a:t>» </a:t>
            </a:r>
            <a:r>
              <a:rPr lang="nb-NO" dirty="0" err="1"/>
              <a:t>software</a:t>
            </a:r>
            <a:r>
              <a:rPr lang="nb-NO" dirty="0"/>
              <a:t> (IDE)</a:t>
            </a:r>
          </a:p>
          <a:p>
            <a:r>
              <a:rPr lang="nb-NO" dirty="0"/>
              <a:t>Open «</a:t>
            </a:r>
            <a:r>
              <a:rPr lang="nb-NO" dirty="0" err="1"/>
              <a:t>Anaconda</a:t>
            </a:r>
            <a:r>
              <a:rPr lang="nb-NO" dirty="0"/>
              <a:t> Navigator» and </a:t>
            </a:r>
            <a:r>
              <a:rPr lang="nb-NO" dirty="0" err="1"/>
              <a:t>choose</a:t>
            </a:r>
            <a:r>
              <a:rPr lang="nb-NO" dirty="0"/>
              <a:t> «</a:t>
            </a:r>
            <a:r>
              <a:rPr lang="nb-NO" dirty="0" err="1"/>
              <a:t>Spyder</a:t>
            </a:r>
            <a:r>
              <a:rPr lang="nb-NO" dirty="0"/>
              <a:t>» (or just </a:t>
            </a:r>
            <a:r>
              <a:rPr lang="nb-NO" dirty="0" err="1"/>
              <a:t>search</a:t>
            </a:r>
            <a:r>
              <a:rPr lang="nb-NO" dirty="0"/>
              <a:t> for </a:t>
            </a:r>
            <a:r>
              <a:rPr lang="nb-NO" dirty="0" err="1"/>
              <a:t>Spyder</a:t>
            </a:r>
            <a:r>
              <a:rPr lang="nb-NO" dirty="0"/>
              <a:t> in </a:t>
            </a:r>
            <a:r>
              <a:rPr lang="nb-NO" dirty="0" err="1"/>
              <a:t>your</a:t>
            </a:r>
            <a:r>
              <a:rPr lang="nb-NO" dirty="0"/>
              <a:t> Start-</a:t>
            </a:r>
            <a:r>
              <a:rPr lang="nb-NO" dirty="0" err="1"/>
              <a:t>menu</a:t>
            </a:r>
            <a:r>
              <a:rPr lang="nb-NO" dirty="0"/>
              <a:t>) </a:t>
            </a:r>
          </a:p>
          <a:p>
            <a:r>
              <a:rPr lang="nb-NO" dirty="0" err="1"/>
              <a:t>You</a:t>
            </a:r>
            <a:r>
              <a:rPr lang="nb-NO" dirty="0"/>
              <a:t> have </a:t>
            </a:r>
            <a:r>
              <a:rPr lang="nb-NO" dirty="0" err="1"/>
              <a:t>now</a:t>
            </a:r>
            <a:r>
              <a:rPr lang="nb-NO" dirty="0"/>
              <a:t> </a:t>
            </a:r>
            <a:r>
              <a:rPr lang="nb-NO" dirty="0" err="1"/>
              <a:t>access</a:t>
            </a:r>
            <a:r>
              <a:rPr lang="nb-NO" dirty="0"/>
              <a:t> to </a:t>
            </a:r>
            <a:r>
              <a:rPr lang="nb-NO" dirty="0" err="1"/>
              <a:t>Spyder</a:t>
            </a:r>
            <a:r>
              <a:rPr lang="nb-NO" dirty="0"/>
              <a:t>, </a:t>
            </a:r>
            <a:r>
              <a:rPr lang="nb-NO" dirty="0" err="1"/>
              <a:t>where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create</a:t>
            </a:r>
            <a:r>
              <a:rPr lang="nb-NO" dirty="0"/>
              <a:t> scripts, run </a:t>
            </a:r>
            <a:r>
              <a:rPr lang="nb-NO" dirty="0" err="1"/>
              <a:t>them</a:t>
            </a:r>
            <a:r>
              <a:rPr lang="nb-NO" dirty="0"/>
              <a:t>, or </a:t>
            </a:r>
            <a:r>
              <a:rPr lang="nb-NO" dirty="0" err="1"/>
              <a:t>write</a:t>
            </a:r>
            <a:r>
              <a:rPr lang="nb-NO" dirty="0"/>
              <a:t> </a:t>
            </a:r>
            <a:r>
              <a:rPr lang="nb-NO" dirty="0" err="1"/>
              <a:t>directly</a:t>
            </a:r>
            <a:r>
              <a:rPr lang="nb-NO" dirty="0"/>
              <a:t> in </a:t>
            </a:r>
            <a:r>
              <a:rPr lang="nb-NO" dirty="0" err="1"/>
              <a:t>command</a:t>
            </a:r>
            <a:r>
              <a:rPr lang="nb-NO" dirty="0"/>
              <a:t> </a:t>
            </a:r>
            <a:r>
              <a:rPr lang="nb-NO" dirty="0" err="1"/>
              <a:t>window</a:t>
            </a:r>
            <a:r>
              <a:rPr lang="nb-NO" dirty="0"/>
              <a:t> (</a:t>
            </a:r>
            <a:r>
              <a:rPr lang="nb-NO" dirty="0" err="1"/>
              <a:t>console</a:t>
            </a:r>
            <a:r>
              <a:rPr lang="nb-NO" dirty="0"/>
              <a:t> </a:t>
            </a:r>
            <a:r>
              <a:rPr lang="nb-NO" dirty="0" err="1"/>
              <a:t>window</a:t>
            </a:r>
            <a:r>
              <a:rPr lang="nb-N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6023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518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nb-NO" dirty="0" err="1"/>
              <a:t>Spyder</a:t>
            </a:r>
            <a:r>
              <a:rPr lang="nb-NO" dirty="0"/>
              <a:t> Layout (note </a:t>
            </a:r>
            <a:r>
              <a:rPr lang="nb-NO" dirty="0" err="1"/>
              <a:t>that</a:t>
            </a:r>
            <a:r>
              <a:rPr lang="nb-NO" dirty="0"/>
              <a:t> I </a:t>
            </a:r>
            <a:r>
              <a:rPr lang="nb-NO" dirty="0" err="1"/>
              <a:t>use</a:t>
            </a:r>
            <a:r>
              <a:rPr lang="nb-NO" dirty="0"/>
              <a:t> a </a:t>
            </a:r>
            <a:r>
              <a:rPr lang="nb-NO" dirty="0" err="1"/>
              <a:t>dark</a:t>
            </a:r>
            <a:r>
              <a:rPr lang="nb-NO" dirty="0"/>
              <a:t> </a:t>
            </a:r>
            <a:r>
              <a:rPr lang="nb-NO" dirty="0" err="1"/>
              <a:t>background</a:t>
            </a:r>
            <a:r>
              <a:rPr lang="nb-NO" dirty="0"/>
              <a:t>,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easily</a:t>
            </a:r>
            <a:r>
              <a:rPr lang="nb-NO" dirty="0"/>
              <a:t> be </a:t>
            </a:r>
            <a:r>
              <a:rPr lang="nb-NO" dirty="0" err="1"/>
              <a:t>adjusted</a:t>
            </a:r>
            <a:r>
              <a:rPr lang="nb-NO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54" y="1063229"/>
            <a:ext cx="7728391" cy="422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57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Installing</a:t>
            </a:r>
            <a:r>
              <a:rPr lang="nb-NO" dirty="0"/>
              <a:t> </a:t>
            </a:r>
            <a:r>
              <a:rPr lang="nb-NO" dirty="0" err="1"/>
              <a:t>packages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b-NO" dirty="0" err="1"/>
              <a:t>Anaconda</a:t>
            </a:r>
            <a:r>
              <a:rPr lang="nb-NO" dirty="0"/>
              <a:t> has a lot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starting</a:t>
            </a:r>
            <a:r>
              <a:rPr lang="nb-NO" dirty="0"/>
              <a:t> </a:t>
            </a:r>
            <a:r>
              <a:rPr lang="nb-NO" dirty="0" err="1"/>
              <a:t>packages</a:t>
            </a:r>
            <a:r>
              <a:rPr lang="nb-NO" dirty="0"/>
              <a:t> </a:t>
            </a:r>
            <a:r>
              <a:rPr lang="nb-NO" dirty="0" err="1"/>
              <a:t>included</a:t>
            </a:r>
            <a:endParaRPr lang="nb-NO" dirty="0"/>
          </a:p>
          <a:p>
            <a:pPr lvl="1"/>
            <a:r>
              <a:rPr lang="nb-NO" dirty="0" err="1"/>
              <a:t>Numpy</a:t>
            </a:r>
            <a:endParaRPr lang="nb-NO" dirty="0"/>
          </a:p>
          <a:p>
            <a:pPr lvl="1"/>
            <a:r>
              <a:rPr lang="nb-NO" dirty="0" err="1"/>
              <a:t>Matplotlib</a:t>
            </a:r>
            <a:endParaRPr lang="nb-NO" dirty="0"/>
          </a:p>
          <a:p>
            <a:pPr lvl="1"/>
            <a:r>
              <a:rPr lang="nb-NO" dirty="0" err="1"/>
              <a:t>etc</a:t>
            </a:r>
            <a:endParaRPr lang="nb-NO" dirty="0"/>
          </a:p>
          <a:p>
            <a:r>
              <a:rPr lang="nb-NO" dirty="0" err="1"/>
              <a:t>Although</a:t>
            </a:r>
            <a:r>
              <a:rPr lang="nb-NO" dirty="0"/>
              <a:t>, </a:t>
            </a:r>
            <a:r>
              <a:rPr lang="nb-NO" dirty="0" err="1"/>
              <a:t>sometimes</a:t>
            </a:r>
            <a:r>
              <a:rPr lang="nb-NO" dirty="0"/>
              <a:t>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need</a:t>
            </a:r>
            <a:r>
              <a:rPr lang="nb-NO" dirty="0"/>
              <a:t> </a:t>
            </a:r>
            <a:r>
              <a:rPr lang="nb-NO" dirty="0" err="1"/>
              <a:t>some</a:t>
            </a:r>
            <a:r>
              <a:rPr lang="nb-NO" dirty="0"/>
              <a:t> </a:t>
            </a:r>
            <a:r>
              <a:rPr lang="nb-NO" dirty="0" err="1"/>
              <a:t>specific</a:t>
            </a:r>
            <a:r>
              <a:rPr lang="nb-NO" dirty="0"/>
              <a:t> </a:t>
            </a:r>
            <a:r>
              <a:rPr lang="nb-NO" dirty="0" err="1"/>
              <a:t>packages</a:t>
            </a:r>
            <a:r>
              <a:rPr lang="nb-NO" dirty="0"/>
              <a:t> </a:t>
            </a:r>
            <a:r>
              <a:rPr lang="nb-NO" dirty="0" err="1"/>
              <a:t>installed</a:t>
            </a:r>
            <a:r>
              <a:rPr lang="nb-NO" dirty="0"/>
              <a:t> or </a:t>
            </a:r>
            <a:r>
              <a:rPr lang="nb-NO" dirty="0" err="1"/>
              <a:t>their</a:t>
            </a:r>
            <a:r>
              <a:rPr lang="nb-NO" dirty="0"/>
              <a:t> </a:t>
            </a:r>
            <a:r>
              <a:rPr lang="nb-NO" dirty="0" err="1"/>
              <a:t>updated</a:t>
            </a:r>
            <a:r>
              <a:rPr lang="nb-NO" dirty="0"/>
              <a:t> </a:t>
            </a:r>
            <a:r>
              <a:rPr lang="nb-NO" dirty="0" err="1"/>
              <a:t>versions</a:t>
            </a:r>
            <a:endParaRPr lang="nb-NO" dirty="0"/>
          </a:p>
          <a:p>
            <a:r>
              <a:rPr lang="nb-NO" dirty="0" err="1"/>
              <a:t>We</a:t>
            </a:r>
            <a:r>
              <a:rPr lang="nb-NO" dirty="0"/>
              <a:t> must do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manually</a:t>
            </a:r>
            <a:r>
              <a:rPr lang="nb-NO" dirty="0"/>
              <a:t>, and </a:t>
            </a:r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exists</a:t>
            </a:r>
            <a:r>
              <a:rPr lang="nb-NO" dirty="0"/>
              <a:t> multiple </a:t>
            </a:r>
            <a:r>
              <a:rPr lang="nb-NO" dirty="0" err="1"/>
              <a:t>packages</a:t>
            </a:r>
            <a:r>
              <a:rPr lang="nb-NO" dirty="0"/>
              <a:t> </a:t>
            </a:r>
            <a:r>
              <a:rPr lang="nb-NO" dirty="0" err="1"/>
              <a:t>depending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situation</a:t>
            </a:r>
            <a:endParaRPr lang="nb-NO" dirty="0"/>
          </a:p>
          <a:p>
            <a:r>
              <a:rPr lang="nb-NO" dirty="0"/>
              <a:t>Google for </a:t>
            </a:r>
            <a:r>
              <a:rPr lang="nb-NO" dirty="0" err="1"/>
              <a:t>solutions</a:t>
            </a:r>
            <a:r>
              <a:rPr lang="nb-NO" dirty="0"/>
              <a:t> («</a:t>
            </a:r>
            <a:r>
              <a:rPr lang="nb-NO" dirty="0" err="1"/>
              <a:t>Package</a:t>
            </a:r>
            <a:r>
              <a:rPr lang="nb-NO" dirty="0"/>
              <a:t> for </a:t>
            </a:r>
            <a:r>
              <a:rPr lang="nb-NO" dirty="0" err="1"/>
              <a:t>creating</a:t>
            </a:r>
            <a:r>
              <a:rPr lang="nb-NO" dirty="0"/>
              <a:t> </a:t>
            </a:r>
            <a:r>
              <a:rPr lang="nb-NO" dirty="0" err="1"/>
              <a:t>arrays</a:t>
            </a:r>
            <a:r>
              <a:rPr lang="nb-NO" dirty="0"/>
              <a:t>»), </a:t>
            </a:r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many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knows</a:t>
            </a:r>
            <a:r>
              <a:rPr lang="nb-NO" dirty="0"/>
              <a:t> </a:t>
            </a:r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package</a:t>
            </a:r>
            <a:r>
              <a:rPr lang="nb-NO" dirty="0"/>
              <a:t> to </a:t>
            </a:r>
            <a:r>
              <a:rPr lang="nb-NO" dirty="0" err="1"/>
              <a:t>find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81122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288" y="2457966"/>
            <a:ext cx="3573567" cy="26855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Finding</a:t>
            </a:r>
            <a:r>
              <a:rPr lang="nb-NO" dirty="0"/>
              <a:t> </a:t>
            </a:r>
            <a:r>
              <a:rPr lang="nb-NO" dirty="0" err="1"/>
              <a:t>package</a:t>
            </a:r>
            <a:r>
              <a:rPr lang="nb-NO" dirty="0"/>
              <a:t> -&gt; </a:t>
            </a:r>
            <a:r>
              <a:rPr lang="nb-NO" dirty="0" err="1"/>
              <a:t>Pyomo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If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want</a:t>
            </a:r>
            <a:r>
              <a:rPr lang="nb-NO" dirty="0"/>
              <a:t> to </a:t>
            </a:r>
            <a:r>
              <a:rPr lang="nb-NO" dirty="0" err="1"/>
              <a:t>install</a:t>
            </a:r>
            <a:r>
              <a:rPr lang="nb-NO" dirty="0"/>
              <a:t>/</a:t>
            </a:r>
            <a:r>
              <a:rPr lang="nb-NO" dirty="0" err="1"/>
              <a:t>upgrade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package</a:t>
            </a:r>
            <a:r>
              <a:rPr lang="nb-NO" dirty="0"/>
              <a:t> «</a:t>
            </a:r>
            <a:r>
              <a:rPr lang="nb-NO" dirty="0" err="1"/>
              <a:t>Pyomo</a:t>
            </a:r>
            <a:r>
              <a:rPr lang="nb-NO" dirty="0"/>
              <a:t>»</a:t>
            </a:r>
          </a:p>
          <a:p>
            <a:pPr lvl="1"/>
            <a:r>
              <a:rPr lang="nb-NO" dirty="0" err="1"/>
              <a:t>Search</a:t>
            </a:r>
            <a:r>
              <a:rPr lang="nb-NO" dirty="0"/>
              <a:t> for «</a:t>
            </a:r>
            <a:r>
              <a:rPr lang="nb-NO" dirty="0" err="1"/>
              <a:t>Anaconda</a:t>
            </a:r>
            <a:r>
              <a:rPr lang="nb-NO" dirty="0"/>
              <a:t> </a:t>
            </a:r>
            <a:r>
              <a:rPr lang="nb-NO" dirty="0" err="1"/>
              <a:t>Pyomo</a:t>
            </a:r>
            <a:r>
              <a:rPr lang="nb-NO" dirty="0"/>
              <a:t>»</a:t>
            </a:r>
          </a:p>
          <a:p>
            <a:pPr lvl="1"/>
            <a:r>
              <a:rPr lang="nb-NO" dirty="0" err="1"/>
              <a:t>Find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website</a:t>
            </a:r>
            <a:r>
              <a:rPr lang="nb-NO" dirty="0"/>
              <a:t>: </a:t>
            </a:r>
            <a:r>
              <a:rPr lang="nb-NO" dirty="0">
                <a:hlinkClick r:id="rId3"/>
              </a:rPr>
              <a:t>https://anaconda.org/conda-forge/pyomo</a:t>
            </a:r>
            <a:endParaRPr lang="nb-NO" dirty="0"/>
          </a:p>
          <a:p>
            <a:pPr lvl="1"/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get</a:t>
            </a:r>
            <a:r>
              <a:rPr lang="nb-NO" dirty="0"/>
              <a:t> </a:t>
            </a:r>
            <a:r>
              <a:rPr lang="nb-NO" dirty="0" err="1"/>
              <a:t>information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need</a:t>
            </a:r>
            <a:r>
              <a:rPr lang="nb-NO" dirty="0"/>
              <a:t> to run </a:t>
            </a:r>
            <a:r>
              <a:rPr lang="nb-NO" dirty="0" err="1"/>
              <a:t>some</a:t>
            </a:r>
            <a:r>
              <a:rPr lang="nb-NO" dirty="0"/>
              <a:t> lines:</a:t>
            </a:r>
          </a:p>
          <a:p>
            <a:pPr lvl="2"/>
            <a:r>
              <a:rPr lang="nb-NO" dirty="0" err="1"/>
              <a:t>conda</a:t>
            </a:r>
            <a:r>
              <a:rPr lang="nb-NO" dirty="0"/>
              <a:t> </a:t>
            </a:r>
            <a:r>
              <a:rPr lang="nb-NO" dirty="0" err="1"/>
              <a:t>install</a:t>
            </a:r>
            <a:r>
              <a:rPr lang="nb-NO" dirty="0"/>
              <a:t> -c </a:t>
            </a:r>
            <a:r>
              <a:rPr lang="nb-NO" dirty="0" err="1"/>
              <a:t>conda-forge</a:t>
            </a:r>
            <a:r>
              <a:rPr lang="nb-NO" dirty="0"/>
              <a:t> </a:t>
            </a:r>
            <a:r>
              <a:rPr lang="nb-NO" dirty="0" err="1"/>
              <a:t>pyomo</a:t>
            </a:r>
            <a:r>
              <a:rPr lang="nb-NO" dirty="0"/>
              <a:t> </a:t>
            </a:r>
          </a:p>
          <a:p>
            <a:pPr lvl="1"/>
            <a:r>
              <a:rPr lang="nb-NO" dirty="0"/>
              <a:t>Open «</a:t>
            </a:r>
            <a:r>
              <a:rPr lang="nb-NO" dirty="0" err="1"/>
              <a:t>Anaconda</a:t>
            </a:r>
            <a:r>
              <a:rPr lang="nb-NO" dirty="0"/>
              <a:t> prompt» (as </a:t>
            </a:r>
            <a:r>
              <a:rPr lang="nb-NO" dirty="0" err="1"/>
              <a:t>admin</a:t>
            </a:r>
            <a:r>
              <a:rPr lang="nb-NO" dirty="0"/>
              <a:t>)</a:t>
            </a:r>
          </a:p>
          <a:p>
            <a:pPr lvl="1"/>
            <a:r>
              <a:rPr lang="nb-NO" dirty="0"/>
              <a:t>Note: </a:t>
            </a:r>
            <a:r>
              <a:rPr lang="nb-NO" dirty="0" err="1"/>
              <a:t>Some</a:t>
            </a:r>
            <a:r>
              <a:rPr lang="nb-NO" dirty="0"/>
              <a:t> </a:t>
            </a:r>
            <a:r>
              <a:rPr lang="nb-NO" dirty="0" err="1"/>
              <a:t>packages</a:t>
            </a:r>
            <a:r>
              <a:rPr lang="nb-NO" dirty="0"/>
              <a:t> </a:t>
            </a:r>
            <a:r>
              <a:rPr lang="nb-NO" dirty="0" err="1"/>
              <a:t>require</a:t>
            </a:r>
            <a:r>
              <a:rPr lang="nb-NO" dirty="0"/>
              <a:t> a</a:t>
            </a:r>
          </a:p>
          <a:p>
            <a:pPr marL="457200" lvl="1" indent="0">
              <a:buNone/>
            </a:pPr>
            <a:r>
              <a:rPr lang="nb-NO" dirty="0"/>
              <a:t>    </a:t>
            </a:r>
            <a:r>
              <a:rPr lang="nb-NO" dirty="0" err="1"/>
              <a:t>specific</a:t>
            </a:r>
            <a:r>
              <a:rPr lang="nb-NO" dirty="0"/>
              <a:t> </a:t>
            </a:r>
            <a:r>
              <a:rPr lang="nb-NO" dirty="0" err="1"/>
              <a:t>version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Python to </a:t>
            </a:r>
            <a:r>
              <a:rPr lang="nb-NO" dirty="0" err="1"/>
              <a:t>work</a:t>
            </a:r>
            <a:endParaRPr lang="nb-NO" dirty="0"/>
          </a:p>
          <a:p>
            <a:pPr lvl="1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6833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Installing</a:t>
            </a:r>
            <a:r>
              <a:rPr lang="nb-NO" dirty="0"/>
              <a:t> </a:t>
            </a:r>
            <a:r>
              <a:rPr lang="nb-NO" dirty="0" err="1"/>
              <a:t>package</a:t>
            </a:r>
            <a:r>
              <a:rPr lang="nb-NO" dirty="0"/>
              <a:t> -&gt; </a:t>
            </a:r>
            <a:r>
              <a:rPr lang="nb-NO" dirty="0" err="1"/>
              <a:t>Pyomo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379" y="1200150"/>
            <a:ext cx="4143421" cy="3777753"/>
          </a:xfrm>
        </p:spPr>
        <p:txBody>
          <a:bodyPr>
            <a:normAutofit fontScale="85000" lnSpcReduction="10000"/>
          </a:bodyPr>
          <a:lstStyle/>
          <a:p>
            <a:r>
              <a:rPr lang="nb-NO" sz="2000" dirty="0"/>
              <a:t>In </a:t>
            </a:r>
            <a:r>
              <a:rPr lang="nb-NO" sz="2000" dirty="0" err="1"/>
              <a:t>Anaconda</a:t>
            </a:r>
            <a:r>
              <a:rPr lang="nb-NO" sz="2000" dirty="0"/>
              <a:t> prompt, run </a:t>
            </a:r>
            <a:r>
              <a:rPr lang="nb-NO" sz="2000" dirty="0" err="1"/>
              <a:t>the</a:t>
            </a:r>
            <a:r>
              <a:rPr lang="nb-NO" sz="2000" dirty="0"/>
              <a:t> line </a:t>
            </a:r>
            <a:r>
              <a:rPr lang="nb-NO" sz="2000" dirty="0" err="1"/>
              <a:t>you</a:t>
            </a:r>
            <a:r>
              <a:rPr lang="nb-NO" sz="2000" dirty="0"/>
              <a:t> </a:t>
            </a:r>
            <a:r>
              <a:rPr lang="nb-NO" sz="2000" dirty="0" err="1"/>
              <a:t>found</a:t>
            </a:r>
            <a:endParaRPr lang="nb-NO" sz="2000" dirty="0"/>
          </a:p>
          <a:p>
            <a:r>
              <a:rPr lang="nb-NO" sz="2000" dirty="0" err="1"/>
              <a:t>You</a:t>
            </a:r>
            <a:r>
              <a:rPr lang="nb-NO" sz="2000" dirty="0"/>
              <a:t> </a:t>
            </a:r>
            <a:r>
              <a:rPr lang="nb-NO" sz="2000" dirty="0" err="1"/>
              <a:t>will</a:t>
            </a:r>
            <a:r>
              <a:rPr lang="nb-NO" sz="2000" dirty="0"/>
              <a:t> </a:t>
            </a:r>
            <a:r>
              <a:rPr lang="nb-NO" sz="2000" dirty="0" err="1"/>
              <a:t>get</a:t>
            </a:r>
            <a:r>
              <a:rPr lang="nb-NO" sz="2000" dirty="0"/>
              <a:t> info </a:t>
            </a:r>
            <a:r>
              <a:rPr lang="nb-NO" sz="2000" dirty="0" err="1"/>
              <a:t>that</a:t>
            </a:r>
            <a:r>
              <a:rPr lang="nb-NO" sz="2000" dirty="0"/>
              <a:t> </a:t>
            </a:r>
            <a:r>
              <a:rPr lang="nb-NO" sz="2000" dirty="0" err="1"/>
              <a:t>some</a:t>
            </a:r>
            <a:r>
              <a:rPr lang="nb-NO" sz="2000" dirty="0"/>
              <a:t> </a:t>
            </a:r>
            <a:r>
              <a:rPr lang="nb-NO" sz="2000" dirty="0" err="1"/>
              <a:t>packages</a:t>
            </a:r>
            <a:r>
              <a:rPr lang="nb-NO" sz="2000" dirty="0"/>
              <a:t> </a:t>
            </a:r>
            <a:r>
              <a:rPr lang="nb-NO" sz="2000" dirty="0" err="1"/>
              <a:t>will</a:t>
            </a:r>
            <a:r>
              <a:rPr lang="nb-NO" sz="2000" dirty="0"/>
              <a:t> be </a:t>
            </a:r>
            <a:r>
              <a:rPr lang="nb-NO" sz="2000" dirty="0" err="1"/>
              <a:t>downloaded</a:t>
            </a:r>
            <a:r>
              <a:rPr lang="nb-NO" sz="2000" dirty="0"/>
              <a:t>, </a:t>
            </a:r>
            <a:r>
              <a:rPr lang="nb-NO" sz="2000" dirty="0" err="1"/>
              <a:t>upgraded</a:t>
            </a:r>
            <a:r>
              <a:rPr lang="nb-NO" sz="2000" dirty="0"/>
              <a:t> and </a:t>
            </a:r>
            <a:r>
              <a:rPr lang="nb-NO" sz="2000" dirty="0" err="1"/>
              <a:t>etc</a:t>
            </a:r>
            <a:endParaRPr lang="nb-NO" sz="2000" dirty="0"/>
          </a:p>
          <a:p>
            <a:r>
              <a:rPr lang="nb-NO" sz="2000" dirty="0"/>
              <a:t>Accept by </a:t>
            </a:r>
            <a:r>
              <a:rPr lang="nb-NO" sz="2000" dirty="0" err="1"/>
              <a:t>writing</a:t>
            </a:r>
            <a:r>
              <a:rPr lang="nb-NO" sz="2000" dirty="0"/>
              <a:t> «y»</a:t>
            </a:r>
          </a:p>
          <a:p>
            <a:r>
              <a:rPr lang="nb-NO" sz="2000" dirty="0" err="1"/>
              <a:t>After</a:t>
            </a:r>
            <a:r>
              <a:rPr lang="nb-NO" sz="2000" dirty="0"/>
              <a:t> a </a:t>
            </a:r>
            <a:r>
              <a:rPr lang="nb-NO" sz="2000" dirty="0" err="1"/>
              <a:t>while</a:t>
            </a:r>
            <a:r>
              <a:rPr lang="nb-NO" sz="2000" dirty="0"/>
              <a:t>,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download</a:t>
            </a:r>
            <a:r>
              <a:rPr lang="nb-NO" sz="2000" dirty="0"/>
              <a:t> is </a:t>
            </a:r>
            <a:r>
              <a:rPr lang="nb-NO" sz="2000" dirty="0" err="1"/>
              <a:t>complete</a:t>
            </a:r>
            <a:endParaRPr lang="nb-NO" sz="2000" dirty="0"/>
          </a:p>
          <a:p>
            <a:r>
              <a:rPr lang="nb-NO" sz="2000" dirty="0" err="1"/>
              <a:t>Success</a:t>
            </a:r>
            <a:r>
              <a:rPr lang="nb-NO" sz="2000" dirty="0"/>
              <a:t>, </a:t>
            </a:r>
            <a:r>
              <a:rPr lang="nb-NO" sz="2000" dirty="0" err="1"/>
              <a:t>you</a:t>
            </a:r>
            <a:r>
              <a:rPr lang="nb-NO" sz="2000" dirty="0"/>
              <a:t> have </a:t>
            </a:r>
            <a:r>
              <a:rPr lang="nb-NO" sz="2000" dirty="0" err="1"/>
              <a:t>now</a:t>
            </a:r>
            <a:r>
              <a:rPr lang="nb-NO" sz="2000" dirty="0"/>
              <a:t> </a:t>
            </a:r>
            <a:r>
              <a:rPr lang="nb-NO" sz="2000" dirty="0" err="1"/>
              <a:t>downloaded</a:t>
            </a:r>
            <a:r>
              <a:rPr lang="nb-NO" sz="2000" dirty="0"/>
              <a:t> a </a:t>
            </a:r>
            <a:r>
              <a:rPr lang="nb-NO" sz="2000" dirty="0" err="1"/>
              <a:t>package</a:t>
            </a:r>
            <a:r>
              <a:rPr lang="nb-NO" sz="2000" dirty="0"/>
              <a:t>, </a:t>
            </a:r>
            <a:r>
              <a:rPr lang="nb-NO" sz="2000" dirty="0" err="1"/>
              <a:t>this</a:t>
            </a:r>
            <a:r>
              <a:rPr lang="nb-NO" sz="2000" dirty="0"/>
              <a:t> is </a:t>
            </a:r>
            <a:r>
              <a:rPr lang="nb-NO" sz="2000" dirty="0" err="1"/>
              <a:t>automatically</a:t>
            </a:r>
            <a:r>
              <a:rPr lang="nb-NO" sz="2000" dirty="0"/>
              <a:t> </a:t>
            </a:r>
            <a:r>
              <a:rPr lang="nb-NO" sz="2000" dirty="0" err="1"/>
              <a:t>included</a:t>
            </a:r>
            <a:r>
              <a:rPr lang="nb-NO" sz="2000" dirty="0"/>
              <a:t> </a:t>
            </a:r>
            <a:r>
              <a:rPr lang="nb-NO" sz="2000" dirty="0" err="1"/>
              <a:t>when</a:t>
            </a:r>
            <a:r>
              <a:rPr lang="nb-NO" sz="2000" dirty="0"/>
              <a:t> </a:t>
            </a:r>
            <a:r>
              <a:rPr lang="nb-NO" sz="2000" dirty="0" err="1"/>
              <a:t>you</a:t>
            </a:r>
            <a:r>
              <a:rPr lang="nb-NO" sz="2000" dirty="0"/>
              <a:t> re-</a:t>
            </a:r>
            <a:r>
              <a:rPr lang="nb-NO" sz="2000" dirty="0" err="1"/>
              <a:t>open</a:t>
            </a:r>
            <a:r>
              <a:rPr lang="nb-NO" sz="2000" dirty="0"/>
              <a:t> </a:t>
            </a:r>
            <a:r>
              <a:rPr lang="nb-NO" sz="2000" dirty="0" err="1"/>
              <a:t>Spyder</a:t>
            </a:r>
            <a:r>
              <a:rPr lang="nb-NO" sz="2000" dirty="0"/>
              <a:t>/</a:t>
            </a:r>
            <a:r>
              <a:rPr lang="nb-NO" sz="2000" dirty="0" err="1"/>
              <a:t>python</a:t>
            </a:r>
            <a:endParaRPr lang="nb-NO" sz="2000" dirty="0"/>
          </a:p>
          <a:p>
            <a:r>
              <a:rPr lang="nb-NO" sz="2000" dirty="0">
                <a:hlinkClick r:id="rId2"/>
              </a:rPr>
              <a:t>https://docs.anaconda.com/free/anaconda/packages/</a:t>
            </a:r>
            <a:r>
              <a:rPr lang="nb-NO" sz="2000">
                <a:hlinkClick r:id="rId2"/>
              </a:rPr>
              <a:t>install-packages/</a:t>
            </a:r>
            <a:endParaRPr lang="nb-NO" sz="20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nb-NO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338" y="863022"/>
            <a:ext cx="3030587" cy="18016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14" y="1726013"/>
            <a:ext cx="3192596" cy="16784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14" y="3404425"/>
            <a:ext cx="3100107" cy="162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48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Tip</a:t>
            </a:r>
            <a:r>
              <a:rPr lang="nb-NO" dirty="0"/>
              <a:t> </a:t>
            </a:r>
            <a:r>
              <a:rPr lang="nb-NO" dirty="0" err="1"/>
              <a:t>when</a:t>
            </a:r>
            <a:r>
              <a:rPr lang="nb-NO" dirty="0"/>
              <a:t> </a:t>
            </a:r>
            <a:r>
              <a:rPr lang="nb-NO" dirty="0" err="1"/>
              <a:t>getting</a:t>
            </a:r>
            <a:r>
              <a:rPr lang="nb-NO" dirty="0"/>
              <a:t> </a:t>
            </a:r>
            <a:r>
              <a:rPr lang="nb-NO" dirty="0" err="1"/>
              <a:t>code</a:t>
            </a:r>
            <a:r>
              <a:rPr lang="nb-NO" dirty="0"/>
              <a:t>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nb-NO" sz="2000" dirty="0" err="1"/>
              <a:t>Check</a:t>
            </a:r>
            <a:r>
              <a:rPr lang="nb-NO" sz="2000" dirty="0"/>
              <a:t> </a:t>
            </a:r>
            <a:r>
              <a:rPr lang="nb-NO" sz="2000" dirty="0" err="1"/>
              <a:t>what</a:t>
            </a:r>
            <a:r>
              <a:rPr lang="nb-NO" sz="2000" dirty="0"/>
              <a:t> </a:t>
            </a:r>
            <a:r>
              <a:rPr lang="nb-NO" sz="2000" dirty="0" err="1"/>
              <a:t>packages</a:t>
            </a:r>
            <a:r>
              <a:rPr lang="nb-NO" sz="2000" dirty="0"/>
              <a:t> </a:t>
            </a:r>
            <a:r>
              <a:rPr lang="nb-NO" sz="2000" dirty="0" err="1"/>
              <a:t>are</a:t>
            </a:r>
            <a:r>
              <a:rPr lang="nb-NO" sz="2000" dirty="0"/>
              <a:t> </a:t>
            </a:r>
            <a:r>
              <a:rPr lang="nb-NO" sz="2000" dirty="0" err="1"/>
              <a:t>imported</a:t>
            </a:r>
            <a:r>
              <a:rPr lang="nb-NO" sz="2000" dirty="0"/>
              <a:t> at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beginning</a:t>
            </a:r>
            <a:endParaRPr lang="nb-NO" sz="2000" dirty="0"/>
          </a:p>
          <a:p>
            <a:r>
              <a:rPr lang="nb-NO" sz="2000" dirty="0"/>
              <a:t>If </a:t>
            </a:r>
            <a:r>
              <a:rPr lang="nb-NO" sz="2000" dirty="0" err="1"/>
              <a:t>unsure</a:t>
            </a:r>
            <a:r>
              <a:rPr lang="nb-NO" sz="2000" dirty="0"/>
              <a:t>, </a:t>
            </a:r>
            <a:r>
              <a:rPr lang="nb-NO" sz="2000" dirty="0" err="1"/>
              <a:t>proceed</a:t>
            </a:r>
            <a:r>
              <a:rPr lang="nb-NO" sz="2000" dirty="0"/>
              <a:t> to </a:t>
            </a:r>
            <a:r>
              <a:rPr lang="nb-NO" sz="2000" dirty="0" err="1"/>
              <a:t>download</a:t>
            </a:r>
            <a:r>
              <a:rPr lang="nb-NO" sz="2000" dirty="0"/>
              <a:t> </a:t>
            </a:r>
            <a:r>
              <a:rPr lang="nb-NO" sz="2000" dirty="0" err="1"/>
              <a:t>each</a:t>
            </a:r>
            <a:r>
              <a:rPr lang="nb-NO" sz="2000" dirty="0"/>
              <a:t> </a:t>
            </a:r>
            <a:r>
              <a:rPr lang="nb-NO" sz="2000" dirty="0" err="1"/>
              <a:t>package</a:t>
            </a:r>
            <a:r>
              <a:rPr lang="nb-NO" sz="2000" dirty="0"/>
              <a:t> to </a:t>
            </a:r>
            <a:r>
              <a:rPr lang="nb-NO" sz="2000" dirty="0" err="1"/>
              <a:t>ensure</a:t>
            </a:r>
            <a:r>
              <a:rPr lang="nb-NO" sz="2000" dirty="0"/>
              <a:t> </a:t>
            </a:r>
            <a:r>
              <a:rPr lang="nb-NO" sz="2000" dirty="0" err="1"/>
              <a:t>you</a:t>
            </a:r>
            <a:r>
              <a:rPr lang="nb-NO" sz="2000" dirty="0"/>
              <a:t> have </a:t>
            </a:r>
            <a:r>
              <a:rPr lang="nb-NO" sz="2000" dirty="0" err="1"/>
              <a:t>them</a:t>
            </a:r>
            <a:endParaRPr lang="nb-NO" sz="2000" dirty="0"/>
          </a:p>
          <a:p>
            <a:r>
              <a:rPr lang="nb-NO" sz="2000" dirty="0"/>
              <a:t>This is </a:t>
            </a:r>
            <a:r>
              <a:rPr lang="nb-NO" sz="2000" dirty="0" err="1"/>
              <a:t>usually</a:t>
            </a:r>
            <a:r>
              <a:rPr lang="nb-NO" sz="2000" dirty="0"/>
              <a:t> </a:t>
            </a:r>
            <a:r>
              <a:rPr lang="nb-NO" sz="2000" dirty="0" err="1"/>
              <a:t>only</a:t>
            </a:r>
            <a:r>
              <a:rPr lang="nb-NO" sz="2000" dirty="0"/>
              <a:t> </a:t>
            </a:r>
            <a:r>
              <a:rPr lang="nb-NO" sz="2000" dirty="0" err="1"/>
              <a:t>necessary</a:t>
            </a:r>
            <a:r>
              <a:rPr lang="nb-NO" sz="2000" dirty="0"/>
              <a:t> </a:t>
            </a:r>
            <a:r>
              <a:rPr lang="nb-NO" sz="2000" dirty="0" err="1"/>
              <a:t>when</a:t>
            </a:r>
            <a:r>
              <a:rPr lang="nb-NO" sz="2000" dirty="0"/>
              <a:t> </a:t>
            </a:r>
            <a:r>
              <a:rPr lang="nb-NO" sz="2000" dirty="0" err="1"/>
              <a:t>you</a:t>
            </a:r>
            <a:r>
              <a:rPr lang="nb-NO" sz="2000" dirty="0"/>
              <a:t> just </a:t>
            </a:r>
            <a:r>
              <a:rPr lang="nb-NO" sz="2000" dirty="0" err="1"/>
              <a:t>started</a:t>
            </a:r>
            <a:r>
              <a:rPr lang="nb-NO" sz="2000" dirty="0"/>
              <a:t> </a:t>
            </a:r>
            <a:r>
              <a:rPr lang="nb-NO" sz="2000" dirty="0" err="1"/>
              <a:t>programming</a:t>
            </a:r>
            <a:r>
              <a:rPr lang="nb-NO" sz="2000" dirty="0"/>
              <a:t> in Python</a:t>
            </a:r>
          </a:p>
          <a:p>
            <a:r>
              <a:rPr lang="nb-NO" sz="2000" dirty="0"/>
              <a:t>I </a:t>
            </a:r>
            <a:r>
              <a:rPr lang="nb-NO" sz="2000" dirty="0" err="1"/>
              <a:t>will</a:t>
            </a:r>
            <a:r>
              <a:rPr lang="nb-NO" sz="2000" dirty="0"/>
              <a:t> </a:t>
            </a:r>
            <a:r>
              <a:rPr lang="nb-NO" sz="2000" dirty="0" err="1"/>
              <a:t>create</a:t>
            </a:r>
            <a:r>
              <a:rPr lang="nb-NO" sz="2000" dirty="0"/>
              <a:t> a list </a:t>
            </a:r>
            <a:r>
              <a:rPr lang="nb-NO" sz="2000" dirty="0" err="1"/>
              <a:t>of</a:t>
            </a:r>
            <a:r>
              <a:rPr lang="nb-NO" sz="2000" dirty="0"/>
              <a:t> </a:t>
            </a:r>
            <a:r>
              <a:rPr lang="nb-NO" sz="2000" dirty="0" err="1"/>
              <a:t>packages</a:t>
            </a:r>
            <a:r>
              <a:rPr lang="nb-NO" sz="2000" dirty="0"/>
              <a:t> </a:t>
            </a:r>
            <a:r>
              <a:rPr lang="nb-NO" sz="2000" dirty="0" err="1"/>
              <a:t>needed</a:t>
            </a:r>
            <a:r>
              <a:rPr lang="nb-NO" sz="2000" dirty="0"/>
              <a:t> </a:t>
            </a:r>
            <a:r>
              <a:rPr lang="nb-NO" sz="2000" dirty="0" err="1"/>
              <a:t>when</a:t>
            </a:r>
            <a:r>
              <a:rPr lang="nb-NO" sz="2000" dirty="0"/>
              <a:t> given a </a:t>
            </a:r>
            <a:r>
              <a:rPr lang="nb-NO" sz="2000" dirty="0" err="1"/>
              <a:t>code</a:t>
            </a:r>
            <a:endParaRPr lang="nb-NO" sz="2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32484" y="2120272"/>
            <a:ext cx="377190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1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nb-NO" dirty="0"/>
              <a:t>Ta daa! </a:t>
            </a:r>
            <a:r>
              <a:rPr lang="nb-NO" dirty="0" err="1"/>
              <a:t>Now</a:t>
            </a:r>
            <a:r>
              <a:rPr lang="nb-NO" dirty="0"/>
              <a:t> </a:t>
            </a:r>
            <a:r>
              <a:rPr lang="nb-NO" dirty="0" err="1"/>
              <a:t>you’re</a:t>
            </a:r>
            <a:r>
              <a:rPr lang="nb-NO" dirty="0"/>
              <a:t> </a:t>
            </a:r>
            <a:r>
              <a:rPr lang="nb-NO" dirty="0" err="1"/>
              <a:t>ready</a:t>
            </a:r>
            <a:r>
              <a:rPr lang="nb-NO" dirty="0"/>
              <a:t> to </a:t>
            </a:r>
            <a:r>
              <a:rPr lang="nb-NO" dirty="0" err="1"/>
              <a:t>code</a:t>
            </a:r>
            <a:r>
              <a:rPr lang="nb-NO" dirty="0"/>
              <a:t> like </a:t>
            </a:r>
            <a:r>
              <a:rPr lang="nb-NO"/>
              <a:t>a champion </a:t>
            </a:r>
            <a:r>
              <a:rPr lang="nb-NO">
                <a:sym typeface="Wingdings" panose="05000000000000000000" pitchFamily="2" charset="2"/>
              </a:rPr>
              <a:t>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0997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ntnu_eng_16_9</Template>
  <TotalTime>3</TotalTime>
  <Words>897</Words>
  <Application>Microsoft Office PowerPoint</Application>
  <PresentationFormat>On-screen Show (16:9)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Wingdings</vt:lpstr>
      <vt:lpstr>Office-tema</vt:lpstr>
      <vt:lpstr>Python Setup Guide</vt:lpstr>
      <vt:lpstr>Installation guide Overview</vt:lpstr>
      <vt:lpstr>Python via Anaconda</vt:lpstr>
      <vt:lpstr>Download Python through ANACONDA</vt:lpstr>
      <vt:lpstr>Install Anaconda</vt:lpstr>
      <vt:lpstr>Access Python -&gt; Command window</vt:lpstr>
      <vt:lpstr>Access Python -&gt; Spyder</vt:lpstr>
      <vt:lpstr>Spyder Layout (note that I use a dark background, can easily be adjusted)</vt:lpstr>
      <vt:lpstr>Installing packages</vt:lpstr>
      <vt:lpstr>Finding package -&gt; Pyomo</vt:lpstr>
      <vt:lpstr>Installing package -&gt; Pyomo</vt:lpstr>
      <vt:lpstr>Tip when getting code to run</vt:lpstr>
      <vt:lpstr>Ta daa! Now you’re ready to code like a champion </vt:lpstr>
    </vt:vector>
  </TitlesOfParts>
  <Company>NTNU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Setup Guide</dc:title>
  <dc:creator>Kasper Emil Thorvaldsen</dc:creator>
  <cp:lastModifiedBy>Kasper Emil Thorvaldsen</cp:lastModifiedBy>
  <cp:revision>17</cp:revision>
  <dcterms:created xsi:type="dcterms:W3CDTF">2019-01-16T09:38:40Z</dcterms:created>
  <dcterms:modified xsi:type="dcterms:W3CDTF">2024-01-22T16:29:31Z</dcterms:modified>
</cp:coreProperties>
</file>